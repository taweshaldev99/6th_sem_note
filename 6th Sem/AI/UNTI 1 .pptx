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7"/>
    <p:restoredTop sz="95781"/>
  </p:normalViewPr>
  <p:slideViewPr>
    <p:cSldViewPr snapToGrid="0">
      <p:cViewPr varScale="1">
        <p:scale>
          <a:sx n="77" d="100"/>
          <a:sy n="77" d="100"/>
        </p:scale>
        <p:origin x="8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FE94-722C-FB65-5D54-E2588C61C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806BE-81A8-9438-9855-A2C6B6421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6466-D095-F222-D9C7-5B8D0E4D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9D8EF-DCBA-D8BD-4DF5-31F31A05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2EE08-15BE-1A21-BF19-C0CED8CA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8168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47A9-F971-1FD6-84E5-DAAF3C86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DBB6E-1B9A-6A9F-380C-C47F72272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CF86-78CD-14B5-AD29-FCB6E062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B7057-DE2A-3B44-D79C-7EF50772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FDB13-641C-2C66-B385-CF7CD177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2886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254E-459B-BAA0-6F48-3B5ECC30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20940-BE47-B1B7-F7ED-3E4C9CB1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E2D3E-09DF-6470-5BA8-81FC7AF0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7E90E-292F-2329-B023-DFAF1026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3DDD3-C0F1-6521-1CA5-C0F813E3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2646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A6A0-15D1-C920-7CCA-54008E59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DADEB-8510-366F-2E95-AB9CA0A62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22F54-31B4-3458-E728-FCB89D86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FD0CB-8A73-BB15-82CB-8BEFB9AF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27902-BE49-E45F-D9E2-6478397D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4FE82-3036-F776-AC42-4CAD93FF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3154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5432-D34A-BA80-3083-536ACBFB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74645-7333-DB17-FBB3-4BA8E6D6B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5BC6-070C-56CA-9796-47D36F618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2A127-9579-E566-E9C0-7E602F9D1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2060C-5F0B-2C03-3591-B2D0A8346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54A76-6C81-0105-27DC-CC5E6BF5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79FE2-2429-247B-B37F-168D9E60F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46C955-11D0-C74C-2CB1-2EEA9AAC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614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A215-4067-DBC1-7903-EC76C144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2FD5E-7077-504A-C84C-749CFD60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84126-DA9E-24EB-89D8-59807287D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E5465-7F27-5331-3990-1C353CA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7065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8026A-480F-BA5A-A0A3-9D888132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C5243-D56C-6B80-3085-D520E97C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B20F-FC99-C8BB-E5E3-5FB78E84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646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5550-EBC7-FF6E-031F-44ACAFD2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3DFF-CD4F-5AC5-95EC-7532DB08F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C7388-C779-BF16-E108-C44C5AD98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07BE0-6B09-8A00-E8C9-7FDED174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E6E01-85B4-185B-F827-7A259A25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DB2A2-550F-5A29-42A1-B5B3B79B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9193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0F46-D4B2-5BCB-A53B-21E866A4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03F250-AD4A-08CF-75A1-0D44FAC8A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78078-11E9-8852-DCED-A8E5A513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5B2E2-C97E-29D1-A3A7-3EA73AD8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A6569-6563-AA55-A789-069ECED1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E617C-6DE2-3FC5-D022-C3144663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6085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9CEF-1955-8976-2E2F-E1077A89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7BC3-DC2E-91C2-962F-6AD9CC52B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6720-B290-D1CC-58B3-F93F149B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142F-3CF3-E53D-F4E7-7B3D7822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7447F-E999-882B-9B43-17D0C80E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378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11ABF-1167-D8A8-8D14-BE7D27776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7760E-2868-3393-13D2-0FBDC75F0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374B4-E3CE-9AC7-D9A5-B0CAB3F7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C76DC-5312-0DB6-53BB-95E14FB3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21B4-BAA1-D96C-E808-1FAAA643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3834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17BBE-C7A2-1403-56C8-6A01081D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081E2-9092-7589-6759-096EBB27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0EA4A-9F4E-7BDF-EF0F-498613D62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7C344-1700-6B4B-9550-571B54D973F2}" type="datetimeFigureOut">
              <a:rPr lang="en-NP" smtClean="0"/>
              <a:t>09/05/2025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93811-DB67-5C06-3BC7-3BC8483B4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F3707-2138-1734-2267-F7D28E92F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0D789-26EA-C645-826C-62191B748326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4206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0FA4-7EBF-FBF3-92A7-BF571B79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/>
          <a:lstStyle/>
          <a:p>
            <a:r>
              <a:rPr lang="en-NP" dirty="0"/>
              <a:t>Unit 1 Introduction 					2hrs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1708-FB7E-C05D-B4E6-0AD18CFA5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858"/>
            <a:ext cx="10515600" cy="4561105"/>
          </a:xfrm>
        </p:spPr>
        <p:txBody>
          <a:bodyPr/>
          <a:lstStyle/>
          <a:p>
            <a:r>
              <a:rPr lang="en-NP" dirty="0"/>
              <a:t>Definations</a:t>
            </a:r>
          </a:p>
          <a:p>
            <a:endParaRPr lang="en-N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4CC14-AABD-8FC5-BFCC-B9ADE957F0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5" r="3434" b="9575"/>
          <a:stretch/>
        </p:blipFill>
        <p:spPr>
          <a:xfrm>
            <a:off x="838200" y="2141538"/>
            <a:ext cx="105156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8;p7">
            <a:extLst>
              <a:ext uri="{FF2B5EF4-FFF2-40B4-BE49-F238E27FC236}">
                <a16:creationId xmlns:a16="http://schemas.microsoft.com/office/drawing/2014/main" id="{1F8F4725-3650-95DD-D5E3-B4BC3374D52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690465" y="429208"/>
            <a:ext cx="10972800" cy="59902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963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8F94-A68A-3914-5C98-84DE4C64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Goals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2BA81-B6B8-0CCC-5291-76222AA7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dirty="0"/>
              <a:t>Reduce the amount of time needed to perform specific tasks.</a:t>
            </a:r>
          </a:p>
          <a:p>
            <a:r>
              <a:rPr lang="en-NP" dirty="0"/>
              <a:t>Making it easier for humans to interact with machines.</a:t>
            </a:r>
          </a:p>
          <a:p>
            <a:r>
              <a:rPr lang="en-NP" dirty="0"/>
              <a:t>Improve accuracy and speed of medical diagnoses.</a:t>
            </a:r>
          </a:p>
          <a:p>
            <a:r>
              <a:rPr lang="en-NP" dirty="0"/>
              <a:t>Help to people to learn new info more quickly.</a:t>
            </a:r>
          </a:p>
          <a:p>
            <a:r>
              <a:rPr lang="en-NP" dirty="0"/>
              <a:t>Improve communication between human and machine.</a:t>
            </a:r>
          </a:p>
          <a:p>
            <a:r>
              <a:rPr lang="en-NP" dirty="0"/>
              <a:t>Effective computing is the study and developing of system that can detect, interpret, process and simulate human.</a:t>
            </a:r>
          </a:p>
        </p:txBody>
      </p:sp>
    </p:spTree>
    <p:extLst>
      <p:ext uri="{BB962C8B-B14F-4D97-AF65-F5344CB8AC3E}">
        <p14:creationId xmlns:p14="http://schemas.microsoft.com/office/powerpoint/2010/main" val="176639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FEE0-C3EB-CCB2-7BB6-D53D19D6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Challenges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27AFF-7EF4-BE43-AC88-E4FAA630F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NP" dirty="0"/>
              <a:t>Data privacy and security: </a:t>
            </a:r>
            <a:r>
              <a:rPr lang="en-US" b="0" i="0" dirty="0">
                <a:solidFill>
                  <a:srgbClr val="545D7E"/>
                </a:solidFill>
                <a:effectLst/>
                <a:latin typeface="Google Sans"/>
              </a:rPr>
              <a:t>AI systems use large amounts of data, including personal information, which raises concerns about consent, ethical data collection, and data breaches.</a:t>
            </a:r>
            <a:endParaRPr lang="en-NP" dirty="0"/>
          </a:p>
          <a:p>
            <a:pPr algn="just"/>
            <a:r>
              <a:rPr lang="en-NP" dirty="0"/>
              <a:t>Ethical decision making: </a:t>
            </a:r>
            <a:r>
              <a:rPr lang="en-US" b="0" i="0" dirty="0">
                <a:solidFill>
                  <a:srgbClr val="545D7E"/>
                </a:solidFill>
                <a:effectLst/>
                <a:latin typeface="Google Sans"/>
              </a:rPr>
              <a:t>As AI systems become more autonomous, questions arise about accountability, bias, and privacy.</a:t>
            </a:r>
            <a:endParaRPr lang="en-NP" dirty="0"/>
          </a:p>
          <a:p>
            <a:r>
              <a:rPr lang="en-NP" dirty="0"/>
              <a:t>Managing AI projects: </a:t>
            </a:r>
            <a:r>
              <a:rPr lang="en-US" b="0" i="0" dirty="0">
                <a:solidFill>
                  <a:srgbClr val="545D7E"/>
                </a:solidFill>
                <a:effectLst/>
                <a:latin typeface="Google Sans"/>
              </a:rPr>
              <a:t>AI projects can be costly and resource-intensive. Management requires a balance of financial, technological, and scheduling oversight.</a:t>
            </a:r>
          </a:p>
          <a:p>
            <a:r>
              <a:rPr lang="en-US" dirty="0">
                <a:solidFill>
                  <a:srgbClr val="545D7E"/>
                </a:solidFill>
                <a:latin typeface="Google Sans"/>
              </a:rPr>
              <a:t>Privacy</a:t>
            </a:r>
          </a:p>
          <a:p>
            <a:r>
              <a:rPr lang="en-US" dirty="0">
                <a:solidFill>
                  <a:srgbClr val="545D7E"/>
                </a:solidFill>
                <a:latin typeface="Google Sans"/>
              </a:rPr>
              <a:t>Data Volume</a:t>
            </a:r>
          </a:p>
          <a:p>
            <a:r>
              <a:rPr lang="en-US" dirty="0">
                <a:solidFill>
                  <a:srgbClr val="545D7E"/>
                </a:solidFill>
                <a:latin typeface="Google Sans"/>
              </a:rPr>
              <a:t>Data quality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34413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4755-6585-9741-46C7-2E45C586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AI Approaches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9EADA-13DD-E01D-AB3C-4CD4654D8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Acting humanly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The Turing Test approach, which aims to have AI act like a human.</a:t>
            </a:r>
          </a:p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Thinking humanly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The cognitive modeling approach, which aims to have AI think like a person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.</a:t>
            </a:r>
          </a:p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Thinking rationally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The laws of thought approach, which uses symbolic logic to conclude based on logical processes.</a:t>
            </a:r>
          </a:p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Acting rationally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The rational agent approach, which aims to have AI act to achieve the best possible outcome for a given task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.</a:t>
            </a:r>
          </a:p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AI marketing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Uses AI to automate data collection and behavioral targeting, to gain insights into potential buyer preferences and online behavior</a:t>
            </a:r>
          </a:p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Machine learning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Allows machines to learn from data without being explicitly programmed, and can make predictions or suggestions for specific situations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73905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3720-7D02-72F9-B22B-5F8CCFD5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AI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64042-034D-E86D-8844-F8DA57C76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7771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Natural language processing: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Analyzes natural language data and converts it into a format that machines can understand. Speech recognition is a key part of natural language processing. </a:t>
            </a:r>
          </a:p>
          <a:p>
            <a:pPr algn="l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Machine learning: </a:t>
            </a:r>
            <a:r>
              <a:rPr lang="en-US" b="0" i="0" dirty="0">
                <a:effectLst/>
                <a:latin typeface="Google Sans"/>
              </a:rPr>
              <a:t>Allows computers to learn without being explicitly programmed. Machine learning algorithms learn by absorbing large amounts of data and adjusting and improving over time.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Deep learning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: </a:t>
            </a:r>
            <a:r>
              <a:rPr lang="en-US" b="0" i="0" dirty="0">
                <a:effectLst/>
                <a:latin typeface="Google Sans"/>
              </a:rPr>
              <a:t>Uses algorithms that simulate the human brain's neural networks. Deep learning can improve the speed and accuracy of face recognition tools.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Reinforcement learning: </a:t>
            </a:r>
            <a:r>
              <a:rPr lang="en-US" b="0" i="0" dirty="0">
                <a:effectLst/>
                <a:latin typeface="Google Sans"/>
              </a:rPr>
              <a:t>An agent interacts with an environment through actions, selecting an action based on the state of the environment to maximize a reward.</a:t>
            </a:r>
          </a:p>
          <a:p>
            <a:pPr algn="l"/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Supervised learning: </a:t>
            </a:r>
            <a:r>
              <a:rPr lang="en-US" b="0" i="0" dirty="0">
                <a:effectLst/>
                <a:latin typeface="Google Sans"/>
              </a:rPr>
              <a:t>Trains algorithms to categorize data and predict outcomes. For example, an email provider might train their spam filtering feature using data labeled spam and not spam</a:t>
            </a:r>
            <a:r>
              <a:rPr lang="en-US" dirty="0">
                <a:latin typeface="Google Sans"/>
              </a:rPr>
              <a:t>.</a:t>
            </a:r>
            <a:endParaRPr lang="en-US" b="0" i="0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66988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D9FB-2959-C619-7426-E18E171C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Application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B6875-9AA0-E547-86EF-607C512C6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dirty="0"/>
              <a:t>AI in E-Commerce.</a:t>
            </a:r>
          </a:p>
          <a:p>
            <a:r>
              <a:rPr lang="en-NP" dirty="0"/>
              <a:t>Education</a:t>
            </a:r>
          </a:p>
          <a:p>
            <a:r>
              <a:rPr lang="en-NP" dirty="0"/>
              <a:t>Healthcare</a:t>
            </a:r>
          </a:p>
          <a:p>
            <a:r>
              <a:rPr lang="en-NP" dirty="0"/>
              <a:t>Social Media</a:t>
            </a:r>
          </a:p>
          <a:p>
            <a:r>
              <a:rPr lang="en-NP" dirty="0"/>
              <a:t>Marketing</a:t>
            </a:r>
          </a:p>
          <a:p>
            <a:r>
              <a:rPr lang="en-NP" dirty="0"/>
              <a:t>CyberSecurity</a:t>
            </a:r>
          </a:p>
          <a:p>
            <a:r>
              <a:rPr lang="en-NP" dirty="0"/>
              <a:t>Travel and Teansport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8EC7CDA8-7EF7-D056-5BDD-995E622B1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758" y="1328736"/>
            <a:ext cx="7800393" cy="484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1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81F87-907E-0C58-A2C6-9AC36AD6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Advantage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2985-C9AA-6497-DEC3-530DBE1DA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dirty="0"/>
              <a:t>Reduction in human error</a:t>
            </a:r>
          </a:p>
          <a:p>
            <a:r>
              <a:rPr lang="en-NP" dirty="0"/>
              <a:t>Zero risk</a:t>
            </a:r>
          </a:p>
          <a:p>
            <a:r>
              <a:rPr lang="en-NP" dirty="0"/>
              <a:t>24*7 Availability</a:t>
            </a:r>
          </a:p>
          <a:p>
            <a:r>
              <a:rPr lang="en-NP" dirty="0"/>
              <a:t>Digital Assistance</a:t>
            </a:r>
          </a:p>
          <a:p>
            <a:r>
              <a:rPr lang="en-NP" dirty="0"/>
              <a:t>Daily Applications</a:t>
            </a:r>
          </a:p>
          <a:p>
            <a:r>
              <a:rPr lang="en-NP" dirty="0"/>
              <a:t>Perform repetitive jobs</a:t>
            </a:r>
          </a:p>
          <a:p>
            <a:r>
              <a:rPr lang="en-NP" dirty="0"/>
              <a:t>Unbiased Decesion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464868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7B05-2C95-F0E1-6254-082518D60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NP" sz="6600" dirty="0">
              <a:highlight>
                <a:srgbClr val="00FF00"/>
              </a:highlight>
            </a:endParaRPr>
          </a:p>
          <a:p>
            <a:pPr marL="0" indent="0" algn="ctr">
              <a:buNone/>
            </a:pPr>
            <a:r>
              <a:rPr lang="en-NP" sz="6600" dirty="0">
                <a:highlight>
                  <a:srgbClr val="00FF00"/>
                </a:highligh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7813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478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Office Theme</vt:lpstr>
      <vt:lpstr>Unit 1 Introduction      2hrs</vt:lpstr>
      <vt:lpstr>PowerPoint Presentation</vt:lpstr>
      <vt:lpstr>Goals Of AI</vt:lpstr>
      <vt:lpstr>Challenges of AI</vt:lpstr>
      <vt:lpstr>AI Approaches </vt:lpstr>
      <vt:lpstr>AI Techniques </vt:lpstr>
      <vt:lpstr>Application Of AI</vt:lpstr>
      <vt:lpstr>Advantage of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Introduction      2hrs</dc:title>
  <dc:creator>Mukund Raj Joshi</dc:creator>
  <cp:lastModifiedBy>Toshiba</cp:lastModifiedBy>
  <cp:revision>6</cp:revision>
  <dcterms:created xsi:type="dcterms:W3CDTF">2024-11-09T10:19:27Z</dcterms:created>
  <dcterms:modified xsi:type="dcterms:W3CDTF">2025-09-05T16:49:28Z</dcterms:modified>
</cp:coreProperties>
</file>