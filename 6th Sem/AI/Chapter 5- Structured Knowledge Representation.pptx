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9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91"/>
    <p:restoredTop sz="94681"/>
  </p:normalViewPr>
  <p:slideViewPr>
    <p:cSldViewPr>
      <p:cViewPr varScale="1">
        <p:scale>
          <a:sx n="116" d="100"/>
          <a:sy n="116" d="100"/>
        </p:scale>
        <p:origin x="88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0844" y="3265500"/>
            <a:ext cx="10370311" cy="169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56565"/>
            <a:ext cx="4838700" cy="394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1828" y="1756565"/>
            <a:ext cx="5446395" cy="395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0680" y="1235202"/>
            <a:ext cx="7390638" cy="307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680" y="1235202"/>
            <a:ext cx="7390638" cy="307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2400680" y="1235202"/>
            <a:ext cx="7390638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0795" marR="5080" indent="5080" algn="ctr">
              <a:lnSpc>
                <a:spcPts val="5830"/>
              </a:lnSpc>
              <a:spcBef>
                <a:spcPts val="5"/>
              </a:spcBef>
            </a:pPr>
            <a:r>
              <a:rPr lang="en-US" spc="-15" dirty="0"/>
              <a:t>Chapter</a:t>
            </a:r>
            <a:r>
              <a:rPr lang="en-US" spc="-40" dirty="0"/>
              <a:t> </a:t>
            </a:r>
            <a:r>
              <a:rPr lang="en-US" spc="-110" dirty="0"/>
              <a:t>V:</a:t>
            </a:r>
            <a:r>
              <a:rPr lang="en-US" spc="-5" dirty="0"/>
              <a:t> </a:t>
            </a:r>
            <a:r>
              <a:rPr lang="en-US" spc="-10" dirty="0"/>
              <a:t>Structured </a:t>
            </a:r>
            <a:r>
              <a:rPr lang="en-US" spc="-5" dirty="0"/>
              <a:t> </a:t>
            </a:r>
            <a:r>
              <a:rPr lang="en-US" spc="-25" dirty="0"/>
              <a:t>Knowledge</a:t>
            </a:r>
            <a:r>
              <a:rPr lang="en-US" spc="-10" dirty="0"/>
              <a:t> </a:t>
            </a:r>
            <a:r>
              <a:rPr lang="en-US" spc="-35" dirty="0"/>
              <a:t>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679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Outline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6311265" cy="360552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Representations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Mappings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Approaches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Knowledge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Issues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Semantics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Frames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Conceptual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Dependencies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Scripts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493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90" dirty="0"/>
              <a:t>K</a:t>
            </a:r>
            <a:r>
              <a:rPr sz="4400" dirty="0"/>
              <a:t>n</a:t>
            </a:r>
            <a:r>
              <a:rPr sz="4400" spc="-20" dirty="0"/>
              <a:t>o</a:t>
            </a:r>
            <a:r>
              <a:rPr sz="4400" dirty="0"/>
              <a:t>wled</a:t>
            </a:r>
            <a:r>
              <a:rPr sz="4400" spc="-45" dirty="0"/>
              <a:t>g</a:t>
            </a:r>
            <a:r>
              <a:rPr sz="4400" dirty="0"/>
              <a:t>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3635375" cy="252312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Data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Information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Knowledge</a:t>
            </a:r>
            <a:endParaRPr sz="3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Recorded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Knowledge</a:t>
            </a:r>
            <a:endParaRPr sz="3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Knowledge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Engineering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71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Representations</a:t>
            </a:r>
            <a:r>
              <a:rPr sz="4400" spc="-25" dirty="0"/>
              <a:t> </a:t>
            </a:r>
            <a:r>
              <a:rPr sz="4400" dirty="0"/>
              <a:t>and</a:t>
            </a:r>
            <a:r>
              <a:rPr sz="4400" spc="-35" dirty="0"/>
              <a:t> </a:t>
            </a:r>
            <a:r>
              <a:rPr sz="4400" dirty="0"/>
              <a:t>Mappings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134600" cy="2905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Solving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Complex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guided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amount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mechanisms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manipulate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 </a:t>
            </a:r>
            <a:r>
              <a:rPr sz="2800" spc="-5" dirty="0">
                <a:latin typeface="Calibri"/>
                <a:cs typeface="Calibri"/>
              </a:rPr>
              <a:t> 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241300" marR="717550" indent="-228600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which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following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considered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Facts: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want to</a:t>
            </a:r>
            <a:r>
              <a:rPr sz="2400" spc="-10" dirty="0">
                <a:latin typeface="Calibri"/>
                <a:cs typeface="Calibri"/>
              </a:rPr>
              <a:t> represent,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truth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representing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Representation: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formal</a:t>
            </a:r>
            <a:r>
              <a:rPr sz="2400" spc="-30" dirty="0">
                <a:latin typeface="Calibri"/>
                <a:cs typeface="Calibri"/>
              </a:rPr>
              <a:t> way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71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Representations</a:t>
            </a:r>
            <a:r>
              <a:rPr sz="4400" spc="-25" dirty="0"/>
              <a:t> </a:t>
            </a:r>
            <a:r>
              <a:rPr sz="4400" dirty="0"/>
              <a:t>and</a:t>
            </a:r>
            <a:r>
              <a:rPr sz="4400" spc="-35" dirty="0"/>
              <a:t> </a:t>
            </a:r>
            <a:r>
              <a:rPr sz="4400" dirty="0"/>
              <a:t>Mappings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10269220" cy="26809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structuring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entities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 </a:t>
            </a:r>
            <a:r>
              <a:rPr sz="2800" spc="-25" dirty="0">
                <a:latin typeface="Calibri"/>
                <a:cs typeface="Calibri"/>
              </a:rPr>
              <a:t>way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think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levels: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symbol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described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symbol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symbols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5" dirty="0">
                <a:latin typeface="Calibri"/>
                <a:cs typeface="Calibri"/>
              </a:rPr>
              <a:t> 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manipulated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702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Representations</a:t>
            </a:r>
            <a:r>
              <a:rPr sz="4400" spc="-5" dirty="0"/>
              <a:t> </a:t>
            </a:r>
            <a:r>
              <a:rPr sz="4400" dirty="0"/>
              <a:t>and</a:t>
            </a:r>
            <a:r>
              <a:rPr sz="4400" spc="-15" dirty="0"/>
              <a:t> </a:t>
            </a:r>
            <a:r>
              <a:rPr sz="4400" dirty="0"/>
              <a:t>Mappings</a:t>
            </a:r>
            <a:r>
              <a:rPr sz="4400" spc="-15" dirty="0"/>
              <a:t> (Reviewing)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24711" y="2799588"/>
            <a:ext cx="2097405" cy="1077595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Times New Roman"/>
              <a:cs typeface="Times New Roman"/>
            </a:endParaRPr>
          </a:p>
          <a:p>
            <a:pPr marL="628650">
              <a:lnSpc>
                <a:spcPct val="100000"/>
              </a:lnSpc>
              <a:spcBef>
                <a:spcPts val="5"/>
              </a:spcBef>
            </a:pPr>
            <a:r>
              <a:rPr sz="3200" spc="-15" dirty="0">
                <a:latin typeface="Calibri"/>
                <a:cs typeface="Calibri"/>
              </a:rPr>
              <a:t>Facts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9635" y="2811779"/>
            <a:ext cx="2746375" cy="107632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12395" marR="104139" indent="615315">
              <a:lnSpc>
                <a:spcPct val="100000"/>
              </a:lnSpc>
              <a:spcBef>
                <a:spcPts val="160"/>
              </a:spcBef>
            </a:pPr>
            <a:r>
              <a:rPr sz="3200" spc="-10" dirty="0">
                <a:latin typeface="Calibri"/>
                <a:cs typeface="Calibri"/>
              </a:rPr>
              <a:t>Internal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ep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ese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2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1735" y="3592067"/>
            <a:ext cx="2237105" cy="76200"/>
          </a:xfrm>
          <a:custGeom>
            <a:avLst/>
            <a:gdLst/>
            <a:ahLst/>
            <a:cxnLst/>
            <a:rect l="l" t="t" r="r" b="b"/>
            <a:pathLst>
              <a:path w="223710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23710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237104" h="76200">
                <a:moveTo>
                  <a:pt x="223672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236724" y="44450"/>
                </a:lnTo>
                <a:lnTo>
                  <a:pt x="223672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21735" y="2930651"/>
            <a:ext cx="2248535" cy="76200"/>
          </a:xfrm>
          <a:custGeom>
            <a:avLst/>
            <a:gdLst/>
            <a:ahLst/>
            <a:cxnLst/>
            <a:rect l="l" t="t" r="r" b="b"/>
            <a:pathLst>
              <a:path w="2248535" h="76200">
                <a:moveTo>
                  <a:pt x="2172335" y="0"/>
                </a:moveTo>
                <a:lnTo>
                  <a:pt x="2172335" y="76200"/>
                </a:lnTo>
                <a:lnTo>
                  <a:pt x="2235835" y="44450"/>
                </a:lnTo>
                <a:lnTo>
                  <a:pt x="2185035" y="44450"/>
                </a:lnTo>
                <a:lnTo>
                  <a:pt x="2185035" y="31750"/>
                </a:lnTo>
                <a:lnTo>
                  <a:pt x="2235835" y="31750"/>
                </a:lnTo>
                <a:lnTo>
                  <a:pt x="2172335" y="0"/>
                </a:lnTo>
                <a:close/>
              </a:path>
              <a:path w="2248535" h="76200">
                <a:moveTo>
                  <a:pt x="217233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172335" y="44450"/>
                </a:lnTo>
                <a:lnTo>
                  <a:pt x="2172335" y="31750"/>
                </a:lnTo>
                <a:close/>
              </a:path>
              <a:path w="2248535" h="76200">
                <a:moveTo>
                  <a:pt x="2235835" y="31750"/>
                </a:moveTo>
                <a:lnTo>
                  <a:pt x="2185035" y="31750"/>
                </a:lnTo>
                <a:lnTo>
                  <a:pt x="2185035" y="44450"/>
                </a:lnTo>
                <a:lnTo>
                  <a:pt x="2235835" y="44450"/>
                </a:lnTo>
                <a:lnTo>
                  <a:pt x="2248535" y="38100"/>
                </a:lnTo>
                <a:lnTo>
                  <a:pt x="223583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468111" y="3887723"/>
            <a:ext cx="2748280" cy="2155190"/>
            <a:chOff x="5468111" y="3887723"/>
            <a:chExt cx="2748280" cy="2155190"/>
          </a:xfrm>
        </p:grpSpPr>
        <p:sp>
          <p:nvSpPr>
            <p:cNvPr id="8" name="object 8"/>
            <p:cNvSpPr/>
            <p:nvPr/>
          </p:nvSpPr>
          <p:spPr>
            <a:xfrm>
              <a:off x="6057646" y="3887723"/>
              <a:ext cx="1536065" cy="1120775"/>
            </a:xfrm>
            <a:custGeom>
              <a:avLst/>
              <a:gdLst/>
              <a:ahLst/>
              <a:cxnLst/>
              <a:rect l="l" t="t" r="r" b="b"/>
              <a:pathLst>
                <a:path w="1536065" h="1120775">
                  <a:moveTo>
                    <a:pt x="76200" y="1044194"/>
                  </a:moveTo>
                  <a:lnTo>
                    <a:pt x="44513" y="1044308"/>
                  </a:lnTo>
                  <a:lnTo>
                    <a:pt x="40132" y="0"/>
                  </a:lnTo>
                  <a:lnTo>
                    <a:pt x="27432" y="0"/>
                  </a:lnTo>
                  <a:lnTo>
                    <a:pt x="31813" y="1044346"/>
                  </a:lnTo>
                  <a:lnTo>
                    <a:pt x="0" y="1044448"/>
                  </a:lnTo>
                  <a:lnTo>
                    <a:pt x="38481" y="1120521"/>
                  </a:lnTo>
                  <a:lnTo>
                    <a:pt x="69850" y="1057021"/>
                  </a:lnTo>
                  <a:lnTo>
                    <a:pt x="76200" y="1044194"/>
                  </a:lnTo>
                  <a:close/>
                </a:path>
                <a:path w="1536065" h="1120775">
                  <a:moveTo>
                    <a:pt x="1535557" y="75819"/>
                  </a:moveTo>
                  <a:lnTo>
                    <a:pt x="1529257" y="63500"/>
                  </a:lnTo>
                  <a:lnTo>
                    <a:pt x="1496822" y="0"/>
                  </a:lnTo>
                  <a:lnTo>
                    <a:pt x="1459357" y="76581"/>
                  </a:lnTo>
                  <a:lnTo>
                    <a:pt x="1491221" y="76263"/>
                  </a:lnTo>
                  <a:lnTo>
                    <a:pt x="1500632" y="1120521"/>
                  </a:lnTo>
                  <a:lnTo>
                    <a:pt x="1513332" y="1120394"/>
                  </a:lnTo>
                  <a:lnTo>
                    <a:pt x="1503908" y="76136"/>
                  </a:lnTo>
                  <a:lnTo>
                    <a:pt x="1535557" y="758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68111" y="4965191"/>
              <a:ext cx="2748280" cy="1077595"/>
            </a:xfrm>
            <a:custGeom>
              <a:avLst/>
              <a:gdLst/>
              <a:ahLst/>
              <a:cxnLst/>
              <a:rect l="l" t="t" r="r" b="b"/>
              <a:pathLst>
                <a:path w="2748279" h="1077595">
                  <a:moveTo>
                    <a:pt x="2747772" y="0"/>
                  </a:moveTo>
                  <a:lnTo>
                    <a:pt x="0" y="0"/>
                  </a:lnTo>
                  <a:lnTo>
                    <a:pt x="0" y="1077468"/>
                  </a:lnTo>
                  <a:lnTo>
                    <a:pt x="2747772" y="1077468"/>
                  </a:lnTo>
                  <a:lnTo>
                    <a:pt x="274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68111" y="4965191"/>
            <a:ext cx="2748280" cy="107759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113664" marR="104139" indent="679450">
              <a:lnSpc>
                <a:spcPct val="100000"/>
              </a:lnSpc>
              <a:spcBef>
                <a:spcPts val="170"/>
              </a:spcBef>
            </a:pPr>
            <a:r>
              <a:rPr sz="3200" spc="-5" dirty="0">
                <a:latin typeface="Calibri"/>
                <a:cs typeface="Calibri"/>
              </a:rPr>
              <a:t>English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ep</a:t>
            </a:r>
            <a:r>
              <a:rPr sz="3200" spc="-4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ese</a:t>
            </a:r>
            <a:r>
              <a:rPr sz="3200" spc="-35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2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15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28838" y="2988436"/>
            <a:ext cx="854710" cy="660400"/>
          </a:xfrm>
          <a:custGeom>
            <a:avLst/>
            <a:gdLst/>
            <a:ahLst/>
            <a:cxnLst/>
            <a:rect l="l" t="t" r="r" b="b"/>
            <a:pathLst>
              <a:path w="854709" h="660400">
                <a:moveTo>
                  <a:pt x="76764" y="579866"/>
                </a:moveTo>
                <a:lnTo>
                  <a:pt x="228980" y="622426"/>
                </a:lnTo>
                <a:lnTo>
                  <a:pt x="284352" y="632206"/>
                </a:lnTo>
                <a:lnTo>
                  <a:pt x="338581" y="640714"/>
                </a:lnTo>
                <a:lnTo>
                  <a:pt x="391032" y="648081"/>
                </a:lnTo>
                <a:lnTo>
                  <a:pt x="441705" y="653795"/>
                </a:lnTo>
                <a:lnTo>
                  <a:pt x="490346" y="657987"/>
                </a:lnTo>
                <a:lnTo>
                  <a:pt x="536575" y="660019"/>
                </a:lnTo>
                <a:lnTo>
                  <a:pt x="558672" y="660400"/>
                </a:lnTo>
                <a:lnTo>
                  <a:pt x="580135" y="660019"/>
                </a:lnTo>
                <a:lnTo>
                  <a:pt x="620902" y="657479"/>
                </a:lnTo>
                <a:lnTo>
                  <a:pt x="676147" y="648715"/>
                </a:lnTo>
                <a:lnTo>
                  <a:pt x="680062" y="647700"/>
                </a:lnTo>
                <a:lnTo>
                  <a:pt x="558545" y="647700"/>
                </a:lnTo>
                <a:lnTo>
                  <a:pt x="536828" y="647445"/>
                </a:lnTo>
                <a:lnTo>
                  <a:pt x="514222" y="646683"/>
                </a:lnTo>
                <a:lnTo>
                  <a:pt x="514476" y="646683"/>
                </a:lnTo>
                <a:lnTo>
                  <a:pt x="491108" y="645287"/>
                </a:lnTo>
                <a:lnTo>
                  <a:pt x="467359" y="643508"/>
                </a:lnTo>
                <a:lnTo>
                  <a:pt x="442975" y="641223"/>
                </a:lnTo>
                <a:lnTo>
                  <a:pt x="392556" y="635507"/>
                </a:lnTo>
                <a:lnTo>
                  <a:pt x="341262" y="628269"/>
                </a:lnTo>
                <a:lnTo>
                  <a:pt x="340486" y="628269"/>
                </a:lnTo>
                <a:lnTo>
                  <a:pt x="286511" y="619632"/>
                </a:lnTo>
                <a:lnTo>
                  <a:pt x="231266" y="609980"/>
                </a:lnTo>
                <a:lnTo>
                  <a:pt x="174878" y="599439"/>
                </a:lnTo>
                <a:lnTo>
                  <a:pt x="76764" y="579866"/>
                </a:lnTo>
                <a:close/>
              </a:path>
              <a:path w="854709" h="660400">
                <a:moveTo>
                  <a:pt x="558596" y="647699"/>
                </a:moveTo>
                <a:close/>
              </a:path>
              <a:path w="854709" h="660400">
                <a:moveTo>
                  <a:pt x="619759" y="644779"/>
                </a:moveTo>
                <a:lnTo>
                  <a:pt x="600075" y="646430"/>
                </a:lnTo>
                <a:lnTo>
                  <a:pt x="600328" y="646430"/>
                </a:lnTo>
                <a:lnTo>
                  <a:pt x="579754" y="647319"/>
                </a:lnTo>
                <a:lnTo>
                  <a:pt x="558596" y="647699"/>
                </a:lnTo>
                <a:lnTo>
                  <a:pt x="680066" y="647699"/>
                </a:lnTo>
                <a:lnTo>
                  <a:pt x="690827" y="644906"/>
                </a:lnTo>
                <a:lnTo>
                  <a:pt x="619632" y="644906"/>
                </a:lnTo>
                <a:close/>
              </a:path>
              <a:path w="854709" h="660400">
                <a:moveTo>
                  <a:pt x="656335" y="639826"/>
                </a:moveTo>
                <a:lnTo>
                  <a:pt x="638301" y="642746"/>
                </a:lnTo>
                <a:lnTo>
                  <a:pt x="638682" y="642746"/>
                </a:lnTo>
                <a:lnTo>
                  <a:pt x="619632" y="644906"/>
                </a:lnTo>
                <a:lnTo>
                  <a:pt x="690827" y="644906"/>
                </a:lnTo>
                <a:lnTo>
                  <a:pt x="692784" y="644398"/>
                </a:lnTo>
                <a:lnTo>
                  <a:pt x="706336" y="639952"/>
                </a:lnTo>
                <a:lnTo>
                  <a:pt x="656081" y="639952"/>
                </a:lnTo>
                <a:lnTo>
                  <a:pt x="656335" y="639826"/>
                </a:lnTo>
                <a:close/>
              </a:path>
              <a:path w="854709" h="660400">
                <a:moveTo>
                  <a:pt x="735678" y="627252"/>
                </a:moveTo>
                <a:lnTo>
                  <a:pt x="704468" y="627252"/>
                </a:lnTo>
                <a:lnTo>
                  <a:pt x="689101" y="632206"/>
                </a:lnTo>
                <a:lnTo>
                  <a:pt x="689482" y="632206"/>
                </a:lnTo>
                <a:lnTo>
                  <a:pt x="673100" y="636396"/>
                </a:lnTo>
                <a:lnTo>
                  <a:pt x="673353" y="636396"/>
                </a:lnTo>
                <a:lnTo>
                  <a:pt x="656081" y="639952"/>
                </a:lnTo>
                <a:lnTo>
                  <a:pt x="706336" y="639952"/>
                </a:lnTo>
                <a:lnTo>
                  <a:pt x="708659" y="639190"/>
                </a:lnTo>
                <a:lnTo>
                  <a:pt x="723518" y="633221"/>
                </a:lnTo>
                <a:lnTo>
                  <a:pt x="735678" y="627252"/>
                </a:lnTo>
                <a:close/>
              </a:path>
              <a:path w="854709" h="660400">
                <a:moveTo>
                  <a:pt x="340359" y="628142"/>
                </a:moveTo>
                <a:lnTo>
                  <a:pt x="341262" y="628269"/>
                </a:lnTo>
                <a:lnTo>
                  <a:pt x="340359" y="628142"/>
                </a:lnTo>
                <a:close/>
              </a:path>
              <a:path w="854709" h="660400">
                <a:moveTo>
                  <a:pt x="718565" y="621538"/>
                </a:moveTo>
                <a:lnTo>
                  <a:pt x="704139" y="627359"/>
                </a:lnTo>
                <a:lnTo>
                  <a:pt x="704468" y="627252"/>
                </a:lnTo>
                <a:lnTo>
                  <a:pt x="735678" y="627252"/>
                </a:lnTo>
                <a:lnTo>
                  <a:pt x="737488" y="626363"/>
                </a:lnTo>
                <a:lnTo>
                  <a:pt x="744936" y="621792"/>
                </a:lnTo>
                <a:lnTo>
                  <a:pt x="718184" y="621792"/>
                </a:lnTo>
                <a:lnTo>
                  <a:pt x="718565" y="621538"/>
                </a:lnTo>
                <a:close/>
              </a:path>
              <a:path w="854709" h="660400">
                <a:moveTo>
                  <a:pt x="83057" y="548766"/>
                </a:moveTo>
                <a:lnTo>
                  <a:pt x="761" y="570991"/>
                </a:lnTo>
                <a:lnTo>
                  <a:pt x="67944" y="623443"/>
                </a:lnTo>
                <a:lnTo>
                  <a:pt x="74244" y="592316"/>
                </a:lnTo>
                <a:lnTo>
                  <a:pt x="61721" y="589788"/>
                </a:lnTo>
                <a:lnTo>
                  <a:pt x="64261" y="577341"/>
                </a:lnTo>
                <a:lnTo>
                  <a:pt x="77274" y="577341"/>
                </a:lnTo>
                <a:lnTo>
                  <a:pt x="83057" y="548766"/>
                </a:lnTo>
                <a:close/>
              </a:path>
              <a:path w="854709" h="660400">
                <a:moveTo>
                  <a:pt x="763976" y="607822"/>
                </a:moveTo>
                <a:lnTo>
                  <a:pt x="743457" y="607822"/>
                </a:lnTo>
                <a:lnTo>
                  <a:pt x="742950" y="608202"/>
                </a:lnTo>
                <a:lnTo>
                  <a:pt x="731138" y="615314"/>
                </a:lnTo>
                <a:lnTo>
                  <a:pt x="718184" y="621792"/>
                </a:lnTo>
                <a:lnTo>
                  <a:pt x="744936" y="621792"/>
                </a:lnTo>
                <a:lnTo>
                  <a:pt x="750315" y="618489"/>
                </a:lnTo>
                <a:lnTo>
                  <a:pt x="762380" y="609346"/>
                </a:lnTo>
                <a:lnTo>
                  <a:pt x="763976" y="607822"/>
                </a:lnTo>
                <a:close/>
              </a:path>
              <a:path w="854709" h="660400">
                <a:moveTo>
                  <a:pt x="731519" y="615061"/>
                </a:moveTo>
                <a:lnTo>
                  <a:pt x="731016" y="615314"/>
                </a:lnTo>
                <a:lnTo>
                  <a:pt x="731519" y="615061"/>
                </a:lnTo>
                <a:close/>
              </a:path>
              <a:path w="854709" h="660400">
                <a:moveTo>
                  <a:pt x="743404" y="607854"/>
                </a:moveTo>
                <a:lnTo>
                  <a:pt x="742831" y="608202"/>
                </a:lnTo>
                <a:lnTo>
                  <a:pt x="743404" y="607854"/>
                </a:lnTo>
                <a:close/>
              </a:path>
              <a:path w="854709" h="660400">
                <a:moveTo>
                  <a:pt x="772753" y="599439"/>
                </a:moveTo>
                <a:lnTo>
                  <a:pt x="754379" y="599439"/>
                </a:lnTo>
                <a:lnTo>
                  <a:pt x="743404" y="607854"/>
                </a:lnTo>
                <a:lnTo>
                  <a:pt x="763976" y="607822"/>
                </a:lnTo>
                <a:lnTo>
                  <a:pt x="772753" y="599439"/>
                </a:lnTo>
                <a:close/>
              </a:path>
              <a:path w="854709" h="660400">
                <a:moveTo>
                  <a:pt x="781573" y="589534"/>
                </a:moveTo>
                <a:lnTo>
                  <a:pt x="764793" y="589534"/>
                </a:lnTo>
                <a:lnTo>
                  <a:pt x="764285" y="590041"/>
                </a:lnTo>
                <a:lnTo>
                  <a:pt x="753871" y="599821"/>
                </a:lnTo>
                <a:lnTo>
                  <a:pt x="754379" y="599439"/>
                </a:lnTo>
                <a:lnTo>
                  <a:pt x="772753" y="599439"/>
                </a:lnTo>
                <a:lnTo>
                  <a:pt x="773683" y="598551"/>
                </a:lnTo>
                <a:lnTo>
                  <a:pt x="781573" y="589534"/>
                </a:lnTo>
                <a:close/>
              </a:path>
              <a:path w="854709" h="660400">
                <a:moveTo>
                  <a:pt x="64261" y="577341"/>
                </a:moveTo>
                <a:lnTo>
                  <a:pt x="61721" y="589788"/>
                </a:lnTo>
                <a:lnTo>
                  <a:pt x="74244" y="592316"/>
                </a:lnTo>
                <a:lnTo>
                  <a:pt x="76764" y="579866"/>
                </a:lnTo>
                <a:lnTo>
                  <a:pt x="64261" y="577341"/>
                </a:lnTo>
                <a:close/>
              </a:path>
              <a:path w="854709" h="660400">
                <a:moveTo>
                  <a:pt x="764429" y="589877"/>
                </a:moveTo>
                <a:lnTo>
                  <a:pt x="764254" y="590041"/>
                </a:lnTo>
                <a:lnTo>
                  <a:pt x="764429" y="589877"/>
                </a:lnTo>
                <a:close/>
              </a:path>
              <a:path w="854709" h="660400">
                <a:moveTo>
                  <a:pt x="764793" y="589534"/>
                </a:moveTo>
                <a:lnTo>
                  <a:pt x="764429" y="589877"/>
                </a:lnTo>
                <a:lnTo>
                  <a:pt x="764285" y="590041"/>
                </a:lnTo>
                <a:lnTo>
                  <a:pt x="764793" y="589534"/>
                </a:lnTo>
                <a:close/>
              </a:path>
              <a:path w="854709" h="660400">
                <a:moveTo>
                  <a:pt x="790201" y="578230"/>
                </a:moveTo>
                <a:lnTo>
                  <a:pt x="774572" y="578230"/>
                </a:lnTo>
                <a:lnTo>
                  <a:pt x="764429" y="589877"/>
                </a:lnTo>
                <a:lnTo>
                  <a:pt x="764793" y="589534"/>
                </a:lnTo>
                <a:lnTo>
                  <a:pt x="781573" y="589534"/>
                </a:lnTo>
                <a:lnTo>
                  <a:pt x="784351" y="586359"/>
                </a:lnTo>
                <a:lnTo>
                  <a:pt x="790201" y="578230"/>
                </a:lnTo>
                <a:close/>
              </a:path>
              <a:path w="854709" h="660400">
                <a:moveTo>
                  <a:pt x="77274" y="577341"/>
                </a:moveTo>
                <a:lnTo>
                  <a:pt x="64261" y="577341"/>
                </a:lnTo>
                <a:lnTo>
                  <a:pt x="76764" y="579866"/>
                </a:lnTo>
                <a:lnTo>
                  <a:pt x="77274" y="577341"/>
                </a:lnTo>
                <a:close/>
              </a:path>
              <a:path w="854709" h="660400">
                <a:moveTo>
                  <a:pt x="798523" y="565530"/>
                </a:moveTo>
                <a:lnTo>
                  <a:pt x="783716" y="565530"/>
                </a:lnTo>
                <a:lnTo>
                  <a:pt x="783462" y="565912"/>
                </a:lnTo>
                <a:lnTo>
                  <a:pt x="774191" y="578612"/>
                </a:lnTo>
                <a:lnTo>
                  <a:pt x="774572" y="578230"/>
                </a:lnTo>
                <a:lnTo>
                  <a:pt x="790201" y="578230"/>
                </a:lnTo>
                <a:lnTo>
                  <a:pt x="794130" y="572770"/>
                </a:lnTo>
                <a:lnTo>
                  <a:pt x="798523" y="565530"/>
                </a:lnTo>
                <a:close/>
              </a:path>
              <a:path w="854709" h="660400">
                <a:moveTo>
                  <a:pt x="783578" y="565721"/>
                </a:moveTo>
                <a:lnTo>
                  <a:pt x="783439" y="565912"/>
                </a:lnTo>
                <a:lnTo>
                  <a:pt x="783578" y="565721"/>
                </a:lnTo>
                <a:close/>
              </a:path>
              <a:path w="854709" h="660400">
                <a:moveTo>
                  <a:pt x="806516" y="551434"/>
                </a:moveTo>
                <a:lnTo>
                  <a:pt x="792226" y="551434"/>
                </a:lnTo>
                <a:lnTo>
                  <a:pt x="783578" y="565721"/>
                </a:lnTo>
                <a:lnTo>
                  <a:pt x="783716" y="565530"/>
                </a:lnTo>
                <a:lnTo>
                  <a:pt x="798523" y="565530"/>
                </a:lnTo>
                <a:lnTo>
                  <a:pt x="803147" y="557911"/>
                </a:lnTo>
                <a:lnTo>
                  <a:pt x="806516" y="551434"/>
                </a:lnTo>
                <a:close/>
              </a:path>
              <a:path w="854709" h="660400">
                <a:moveTo>
                  <a:pt x="827322" y="502665"/>
                </a:moveTo>
                <a:lnTo>
                  <a:pt x="813942" y="502665"/>
                </a:lnTo>
                <a:lnTo>
                  <a:pt x="813815" y="503047"/>
                </a:lnTo>
                <a:lnTo>
                  <a:pt x="807211" y="520318"/>
                </a:lnTo>
                <a:lnTo>
                  <a:pt x="799972" y="536701"/>
                </a:lnTo>
                <a:lnTo>
                  <a:pt x="791971" y="551814"/>
                </a:lnTo>
                <a:lnTo>
                  <a:pt x="792226" y="551434"/>
                </a:lnTo>
                <a:lnTo>
                  <a:pt x="806516" y="551434"/>
                </a:lnTo>
                <a:lnTo>
                  <a:pt x="811402" y="542036"/>
                </a:lnTo>
                <a:lnTo>
                  <a:pt x="819022" y="525017"/>
                </a:lnTo>
                <a:lnTo>
                  <a:pt x="825880" y="507111"/>
                </a:lnTo>
                <a:lnTo>
                  <a:pt x="827322" y="502665"/>
                </a:lnTo>
                <a:close/>
              </a:path>
              <a:path w="854709" h="660400">
                <a:moveTo>
                  <a:pt x="800100" y="536321"/>
                </a:moveTo>
                <a:lnTo>
                  <a:pt x="799900" y="536701"/>
                </a:lnTo>
                <a:lnTo>
                  <a:pt x="800100" y="536321"/>
                </a:lnTo>
                <a:close/>
              </a:path>
              <a:path w="854709" h="660400">
                <a:moveTo>
                  <a:pt x="807338" y="519938"/>
                </a:moveTo>
                <a:lnTo>
                  <a:pt x="807171" y="520318"/>
                </a:lnTo>
                <a:lnTo>
                  <a:pt x="807338" y="519938"/>
                </a:lnTo>
                <a:close/>
              </a:path>
              <a:path w="854709" h="660400">
                <a:moveTo>
                  <a:pt x="813930" y="502699"/>
                </a:moveTo>
                <a:lnTo>
                  <a:pt x="813797" y="503047"/>
                </a:lnTo>
                <a:lnTo>
                  <a:pt x="813930" y="502699"/>
                </a:lnTo>
                <a:close/>
              </a:path>
              <a:path w="854709" h="660400">
                <a:moveTo>
                  <a:pt x="833022" y="484504"/>
                </a:moveTo>
                <a:lnTo>
                  <a:pt x="819911" y="484504"/>
                </a:lnTo>
                <a:lnTo>
                  <a:pt x="813930" y="502699"/>
                </a:lnTo>
                <a:lnTo>
                  <a:pt x="827322" y="502665"/>
                </a:lnTo>
                <a:lnTo>
                  <a:pt x="831976" y="488314"/>
                </a:lnTo>
                <a:lnTo>
                  <a:pt x="833022" y="484504"/>
                </a:lnTo>
                <a:close/>
              </a:path>
              <a:path w="854709" h="660400">
                <a:moveTo>
                  <a:pt x="842520" y="446024"/>
                </a:moveTo>
                <a:lnTo>
                  <a:pt x="829690" y="446024"/>
                </a:lnTo>
                <a:lnTo>
                  <a:pt x="824991" y="465836"/>
                </a:lnTo>
                <a:lnTo>
                  <a:pt x="819784" y="484759"/>
                </a:lnTo>
                <a:lnTo>
                  <a:pt x="819911" y="484504"/>
                </a:lnTo>
                <a:lnTo>
                  <a:pt x="833022" y="484504"/>
                </a:lnTo>
                <a:lnTo>
                  <a:pt x="837310" y="468884"/>
                </a:lnTo>
                <a:lnTo>
                  <a:pt x="842009" y="448690"/>
                </a:lnTo>
                <a:lnTo>
                  <a:pt x="842520" y="446024"/>
                </a:lnTo>
                <a:close/>
              </a:path>
              <a:path w="854709" h="660400">
                <a:moveTo>
                  <a:pt x="824991" y="465709"/>
                </a:moveTo>
                <a:close/>
              </a:path>
              <a:path w="854709" h="660400">
                <a:moveTo>
                  <a:pt x="849321" y="405384"/>
                </a:moveTo>
                <a:lnTo>
                  <a:pt x="836548" y="405384"/>
                </a:lnTo>
                <a:lnTo>
                  <a:pt x="833373" y="426085"/>
                </a:lnTo>
                <a:lnTo>
                  <a:pt x="829563" y="446277"/>
                </a:lnTo>
                <a:lnTo>
                  <a:pt x="829690" y="446024"/>
                </a:lnTo>
                <a:lnTo>
                  <a:pt x="842520" y="446024"/>
                </a:lnTo>
                <a:lnTo>
                  <a:pt x="845946" y="428116"/>
                </a:lnTo>
                <a:lnTo>
                  <a:pt x="849121" y="407162"/>
                </a:lnTo>
                <a:lnTo>
                  <a:pt x="849321" y="405384"/>
                </a:lnTo>
                <a:close/>
              </a:path>
              <a:path w="854709" h="660400">
                <a:moveTo>
                  <a:pt x="833373" y="425830"/>
                </a:moveTo>
                <a:lnTo>
                  <a:pt x="833326" y="426085"/>
                </a:lnTo>
                <a:lnTo>
                  <a:pt x="833373" y="425830"/>
                </a:lnTo>
                <a:close/>
              </a:path>
              <a:path w="854709" h="660400">
                <a:moveTo>
                  <a:pt x="854579" y="320421"/>
                </a:moveTo>
                <a:lnTo>
                  <a:pt x="841882" y="320421"/>
                </a:lnTo>
                <a:lnTo>
                  <a:pt x="841628" y="342138"/>
                </a:lnTo>
                <a:lnTo>
                  <a:pt x="840612" y="363474"/>
                </a:lnTo>
                <a:lnTo>
                  <a:pt x="840544" y="364109"/>
                </a:lnTo>
                <a:lnTo>
                  <a:pt x="838961" y="384555"/>
                </a:lnTo>
                <a:lnTo>
                  <a:pt x="836421" y="405511"/>
                </a:lnTo>
                <a:lnTo>
                  <a:pt x="849321" y="405384"/>
                </a:lnTo>
                <a:lnTo>
                  <a:pt x="851534" y="385699"/>
                </a:lnTo>
                <a:lnTo>
                  <a:pt x="853312" y="364109"/>
                </a:lnTo>
                <a:lnTo>
                  <a:pt x="854210" y="341884"/>
                </a:lnTo>
                <a:lnTo>
                  <a:pt x="854579" y="320421"/>
                </a:lnTo>
                <a:close/>
              </a:path>
              <a:path w="854709" h="660400">
                <a:moveTo>
                  <a:pt x="838961" y="384301"/>
                </a:moveTo>
                <a:lnTo>
                  <a:pt x="838931" y="384555"/>
                </a:lnTo>
                <a:lnTo>
                  <a:pt x="838961" y="384301"/>
                </a:lnTo>
                <a:close/>
              </a:path>
              <a:path w="854709" h="660400">
                <a:moveTo>
                  <a:pt x="840612" y="363220"/>
                </a:moveTo>
                <a:lnTo>
                  <a:pt x="840593" y="363474"/>
                </a:lnTo>
                <a:lnTo>
                  <a:pt x="840612" y="363220"/>
                </a:lnTo>
                <a:close/>
              </a:path>
              <a:path w="854709" h="660400">
                <a:moveTo>
                  <a:pt x="841628" y="341884"/>
                </a:moveTo>
                <a:lnTo>
                  <a:pt x="841617" y="342138"/>
                </a:lnTo>
                <a:lnTo>
                  <a:pt x="841628" y="341884"/>
                </a:lnTo>
                <a:close/>
              </a:path>
              <a:path w="854709" h="660400">
                <a:moveTo>
                  <a:pt x="853962" y="299338"/>
                </a:moveTo>
                <a:lnTo>
                  <a:pt x="841247" y="299338"/>
                </a:lnTo>
                <a:lnTo>
                  <a:pt x="841880" y="320603"/>
                </a:lnTo>
                <a:lnTo>
                  <a:pt x="841882" y="320421"/>
                </a:lnTo>
                <a:lnTo>
                  <a:pt x="854579" y="320421"/>
                </a:lnTo>
                <a:lnTo>
                  <a:pt x="853962" y="299338"/>
                </a:lnTo>
                <a:close/>
              </a:path>
              <a:path w="854709" h="660400">
                <a:moveTo>
                  <a:pt x="852730" y="278129"/>
                </a:moveTo>
                <a:lnTo>
                  <a:pt x="840104" y="278129"/>
                </a:lnTo>
                <a:lnTo>
                  <a:pt x="841247" y="299465"/>
                </a:lnTo>
                <a:lnTo>
                  <a:pt x="853962" y="299338"/>
                </a:lnTo>
                <a:lnTo>
                  <a:pt x="853947" y="298830"/>
                </a:lnTo>
                <a:lnTo>
                  <a:pt x="852730" y="278129"/>
                </a:lnTo>
                <a:close/>
              </a:path>
              <a:path w="854709" h="660400">
                <a:moveTo>
                  <a:pt x="850767" y="257301"/>
                </a:moveTo>
                <a:lnTo>
                  <a:pt x="838072" y="257301"/>
                </a:lnTo>
                <a:lnTo>
                  <a:pt x="840104" y="278384"/>
                </a:lnTo>
                <a:lnTo>
                  <a:pt x="840104" y="278129"/>
                </a:lnTo>
                <a:lnTo>
                  <a:pt x="852730" y="278129"/>
                </a:lnTo>
                <a:lnTo>
                  <a:pt x="852677" y="277240"/>
                </a:lnTo>
                <a:lnTo>
                  <a:pt x="850767" y="257301"/>
                </a:lnTo>
                <a:close/>
              </a:path>
              <a:path w="854709" h="660400">
                <a:moveTo>
                  <a:pt x="848205" y="236854"/>
                </a:moveTo>
                <a:lnTo>
                  <a:pt x="835405" y="236854"/>
                </a:lnTo>
                <a:lnTo>
                  <a:pt x="838072" y="257555"/>
                </a:lnTo>
                <a:lnTo>
                  <a:pt x="838072" y="257301"/>
                </a:lnTo>
                <a:lnTo>
                  <a:pt x="850767" y="257301"/>
                </a:lnTo>
                <a:lnTo>
                  <a:pt x="850645" y="256032"/>
                </a:lnTo>
                <a:lnTo>
                  <a:pt x="848205" y="236854"/>
                </a:lnTo>
                <a:close/>
              </a:path>
              <a:path w="854709" h="660400">
                <a:moveTo>
                  <a:pt x="844823" y="217042"/>
                </a:moveTo>
                <a:lnTo>
                  <a:pt x="831976" y="217042"/>
                </a:lnTo>
                <a:lnTo>
                  <a:pt x="835405" y="237109"/>
                </a:lnTo>
                <a:lnTo>
                  <a:pt x="835405" y="236854"/>
                </a:lnTo>
                <a:lnTo>
                  <a:pt x="848205" y="236854"/>
                </a:lnTo>
                <a:lnTo>
                  <a:pt x="847978" y="235076"/>
                </a:lnTo>
                <a:lnTo>
                  <a:pt x="844823" y="217042"/>
                </a:lnTo>
                <a:close/>
              </a:path>
              <a:path w="854709" h="660400">
                <a:moveTo>
                  <a:pt x="830481" y="161416"/>
                </a:moveTo>
                <a:lnTo>
                  <a:pt x="817117" y="161416"/>
                </a:lnTo>
                <a:lnTo>
                  <a:pt x="817244" y="161798"/>
                </a:lnTo>
                <a:lnTo>
                  <a:pt x="822832" y="179450"/>
                </a:lnTo>
                <a:lnTo>
                  <a:pt x="827785" y="197992"/>
                </a:lnTo>
                <a:lnTo>
                  <a:pt x="831976" y="217297"/>
                </a:lnTo>
                <a:lnTo>
                  <a:pt x="831976" y="217042"/>
                </a:lnTo>
                <a:lnTo>
                  <a:pt x="844823" y="217042"/>
                </a:lnTo>
                <a:lnTo>
                  <a:pt x="844422" y="214757"/>
                </a:lnTo>
                <a:lnTo>
                  <a:pt x="840104" y="194817"/>
                </a:lnTo>
                <a:lnTo>
                  <a:pt x="835025" y="175640"/>
                </a:lnTo>
                <a:lnTo>
                  <a:pt x="830481" y="161416"/>
                </a:lnTo>
                <a:close/>
              </a:path>
              <a:path w="854709" h="660400">
                <a:moveTo>
                  <a:pt x="827658" y="197738"/>
                </a:moveTo>
                <a:lnTo>
                  <a:pt x="827715" y="197992"/>
                </a:lnTo>
                <a:lnTo>
                  <a:pt x="827658" y="197738"/>
                </a:lnTo>
                <a:close/>
              </a:path>
              <a:path w="854709" h="660400">
                <a:moveTo>
                  <a:pt x="822705" y="179070"/>
                </a:moveTo>
                <a:lnTo>
                  <a:pt x="822808" y="179450"/>
                </a:lnTo>
                <a:lnTo>
                  <a:pt x="822705" y="179070"/>
                </a:lnTo>
                <a:close/>
              </a:path>
              <a:path w="854709" h="660400">
                <a:moveTo>
                  <a:pt x="817208" y="161702"/>
                </a:moveTo>
                <a:close/>
              </a:path>
              <a:path w="854709" h="660400">
                <a:moveTo>
                  <a:pt x="824256" y="144525"/>
                </a:moveTo>
                <a:lnTo>
                  <a:pt x="810640" y="144525"/>
                </a:lnTo>
                <a:lnTo>
                  <a:pt x="817208" y="161702"/>
                </a:lnTo>
                <a:lnTo>
                  <a:pt x="817117" y="161416"/>
                </a:lnTo>
                <a:lnTo>
                  <a:pt x="830481" y="161416"/>
                </a:lnTo>
                <a:lnTo>
                  <a:pt x="829182" y="157352"/>
                </a:lnTo>
                <a:lnTo>
                  <a:pt x="824256" y="144525"/>
                </a:lnTo>
                <a:close/>
              </a:path>
              <a:path w="854709" h="660400">
                <a:moveTo>
                  <a:pt x="809943" y="114046"/>
                </a:moveTo>
                <a:lnTo>
                  <a:pt x="795527" y="114046"/>
                </a:lnTo>
                <a:lnTo>
                  <a:pt x="803655" y="129159"/>
                </a:lnTo>
                <a:lnTo>
                  <a:pt x="810767" y="144907"/>
                </a:lnTo>
                <a:lnTo>
                  <a:pt x="810640" y="144525"/>
                </a:lnTo>
                <a:lnTo>
                  <a:pt x="824256" y="144525"/>
                </a:lnTo>
                <a:lnTo>
                  <a:pt x="822451" y="139826"/>
                </a:lnTo>
                <a:lnTo>
                  <a:pt x="814958" y="123316"/>
                </a:lnTo>
                <a:lnTo>
                  <a:pt x="809943" y="114046"/>
                </a:lnTo>
                <a:close/>
              </a:path>
              <a:path w="854709" h="660400">
                <a:moveTo>
                  <a:pt x="803401" y="128777"/>
                </a:moveTo>
                <a:lnTo>
                  <a:pt x="803576" y="129159"/>
                </a:lnTo>
                <a:lnTo>
                  <a:pt x="803401" y="128777"/>
                </a:lnTo>
                <a:close/>
              </a:path>
              <a:path w="854709" h="660400">
                <a:moveTo>
                  <a:pt x="801964" y="100584"/>
                </a:moveTo>
                <a:lnTo>
                  <a:pt x="786891" y="100584"/>
                </a:lnTo>
                <a:lnTo>
                  <a:pt x="787272" y="101091"/>
                </a:lnTo>
                <a:lnTo>
                  <a:pt x="795781" y="114553"/>
                </a:lnTo>
                <a:lnTo>
                  <a:pt x="795527" y="114046"/>
                </a:lnTo>
                <a:lnTo>
                  <a:pt x="809943" y="114046"/>
                </a:lnTo>
                <a:lnTo>
                  <a:pt x="806576" y="107823"/>
                </a:lnTo>
                <a:lnTo>
                  <a:pt x="801964" y="100584"/>
                </a:lnTo>
                <a:close/>
              </a:path>
              <a:path w="854709" h="660400">
                <a:moveTo>
                  <a:pt x="786951" y="100677"/>
                </a:moveTo>
                <a:lnTo>
                  <a:pt x="787215" y="101091"/>
                </a:lnTo>
                <a:lnTo>
                  <a:pt x="786951" y="100677"/>
                </a:lnTo>
                <a:close/>
              </a:path>
              <a:path w="854709" h="660400">
                <a:moveTo>
                  <a:pt x="784879" y="77850"/>
                </a:moveTo>
                <a:lnTo>
                  <a:pt x="767460" y="77850"/>
                </a:lnTo>
                <a:lnTo>
                  <a:pt x="767968" y="78359"/>
                </a:lnTo>
                <a:lnTo>
                  <a:pt x="778001" y="89026"/>
                </a:lnTo>
                <a:lnTo>
                  <a:pt x="786951" y="100677"/>
                </a:lnTo>
                <a:lnTo>
                  <a:pt x="801964" y="100584"/>
                </a:lnTo>
                <a:lnTo>
                  <a:pt x="797432" y="93472"/>
                </a:lnTo>
                <a:lnTo>
                  <a:pt x="787400" y="80517"/>
                </a:lnTo>
                <a:lnTo>
                  <a:pt x="784879" y="77850"/>
                </a:lnTo>
                <a:close/>
              </a:path>
              <a:path w="854709" h="660400">
                <a:moveTo>
                  <a:pt x="777620" y="88646"/>
                </a:moveTo>
                <a:lnTo>
                  <a:pt x="777916" y="89026"/>
                </a:lnTo>
                <a:lnTo>
                  <a:pt x="777620" y="88646"/>
                </a:lnTo>
                <a:close/>
              </a:path>
              <a:path w="854709" h="660400">
                <a:moveTo>
                  <a:pt x="767820" y="78232"/>
                </a:moveTo>
                <a:lnTo>
                  <a:pt x="767968" y="78359"/>
                </a:lnTo>
                <a:lnTo>
                  <a:pt x="767820" y="78232"/>
                </a:lnTo>
                <a:close/>
              </a:path>
              <a:path w="854709" h="660400">
                <a:moveTo>
                  <a:pt x="767460" y="77850"/>
                </a:moveTo>
                <a:lnTo>
                  <a:pt x="767820" y="78232"/>
                </a:lnTo>
                <a:lnTo>
                  <a:pt x="767968" y="78359"/>
                </a:lnTo>
                <a:lnTo>
                  <a:pt x="767460" y="77850"/>
                </a:lnTo>
                <a:close/>
              </a:path>
              <a:path w="854709" h="660400">
                <a:moveTo>
                  <a:pt x="776178" y="68707"/>
                </a:moveTo>
                <a:lnTo>
                  <a:pt x="756665" y="68707"/>
                </a:lnTo>
                <a:lnTo>
                  <a:pt x="757301" y="69214"/>
                </a:lnTo>
                <a:lnTo>
                  <a:pt x="767820" y="78232"/>
                </a:lnTo>
                <a:lnTo>
                  <a:pt x="767460" y="77850"/>
                </a:lnTo>
                <a:lnTo>
                  <a:pt x="784879" y="77850"/>
                </a:lnTo>
                <a:lnTo>
                  <a:pt x="776477" y="68961"/>
                </a:lnTo>
                <a:lnTo>
                  <a:pt x="776178" y="68707"/>
                </a:lnTo>
                <a:close/>
              </a:path>
              <a:path w="854709" h="660400">
                <a:moveTo>
                  <a:pt x="757095" y="69073"/>
                </a:moveTo>
                <a:lnTo>
                  <a:pt x="757260" y="69214"/>
                </a:lnTo>
                <a:lnTo>
                  <a:pt x="757095" y="69073"/>
                </a:lnTo>
                <a:close/>
              </a:path>
              <a:path w="854709" h="660400">
                <a:moveTo>
                  <a:pt x="756665" y="68707"/>
                </a:moveTo>
                <a:lnTo>
                  <a:pt x="757095" y="69073"/>
                </a:lnTo>
                <a:lnTo>
                  <a:pt x="757301" y="69214"/>
                </a:lnTo>
                <a:lnTo>
                  <a:pt x="756665" y="68707"/>
                </a:lnTo>
                <a:close/>
              </a:path>
              <a:path w="854709" h="660400">
                <a:moveTo>
                  <a:pt x="766909" y="60833"/>
                </a:moveTo>
                <a:lnTo>
                  <a:pt x="745108" y="60833"/>
                </a:lnTo>
                <a:lnTo>
                  <a:pt x="745489" y="61087"/>
                </a:lnTo>
                <a:lnTo>
                  <a:pt x="757095" y="69073"/>
                </a:lnTo>
                <a:lnTo>
                  <a:pt x="756665" y="68707"/>
                </a:lnTo>
                <a:lnTo>
                  <a:pt x="776178" y="68707"/>
                </a:lnTo>
                <a:lnTo>
                  <a:pt x="766909" y="60833"/>
                </a:lnTo>
                <a:close/>
              </a:path>
              <a:path w="854709" h="660400">
                <a:moveTo>
                  <a:pt x="745415" y="61043"/>
                </a:moveTo>
                <a:close/>
              </a:path>
              <a:path w="854709" h="660400">
                <a:moveTo>
                  <a:pt x="756649" y="53339"/>
                </a:moveTo>
                <a:lnTo>
                  <a:pt x="732154" y="53339"/>
                </a:lnTo>
                <a:lnTo>
                  <a:pt x="745415" y="61043"/>
                </a:lnTo>
                <a:lnTo>
                  <a:pt x="745108" y="60833"/>
                </a:lnTo>
                <a:lnTo>
                  <a:pt x="766909" y="60833"/>
                </a:lnTo>
                <a:lnTo>
                  <a:pt x="764666" y="58927"/>
                </a:lnTo>
                <a:lnTo>
                  <a:pt x="756649" y="53339"/>
                </a:lnTo>
                <a:close/>
              </a:path>
              <a:path w="854709" h="660400">
                <a:moveTo>
                  <a:pt x="502792" y="0"/>
                </a:moveTo>
                <a:lnTo>
                  <a:pt x="478281" y="0"/>
                </a:lnTo>
                <a:lnTo>
                  <a:pt x="453262" y="380"/>
                </a:lnTo>
                <a:lnTo>
                  <a:pt x="401446" y="2412"/>
                </a:lnTo>
                <a:lnTo>
                  <a:pt x="347725" y="5714"/>
                </a:lnTo>
                <a:lnTo>
                  <a:pt x="292226" y="10160"/>
                </a:lnTo>
                <a:lnTo>
                  <a:pt x="177545" y="21971"/>
                </a:lnTo>
                <a:lnTo>
                  <a:pt x="66538" y="35305"/>
                </a:lnTo>
                <a:lnTo>
                  <a:pt x="0" y="43561"/>
                </a:lnTo>
                <a:lnTo>
                  <a:pt x="1523" y="56134"/>
                </a:lnTo>
                <a:lnTo>
                  <a:pt x="173735" y="35293"/>
                </a:lnTo>
                <a:lnTo>
                  <a:pt x="179069" y="34671"/>
                </a:lnTo>
                <a:lnTo>
                  <a:pt x="236854" y="28321"/>
                </a:lnTo>
                <a:lnTo>
                  <a:pt x="293369" y="22860"/>
                </a:lnTo>
                <a:lnTo>
                  <a:pt x="348614" y="18414"/>
                </a:lnTo>
                <a:lnTo>
                  <a:pt x="402208" y="14986"/>
                </a:lnTo>
                <a:lnTo>
                  <a:pt x="401954" y="14986"/>
                </a:lnTo>
                <a:lnTo>
                  <a:pt x="453643" y="13080"/>
                </a:lnTo>
                <a:lnTo>
                  <a:pt x="478408" y="12700"/>
                </a:lnTo>
                <a:lnTo>
                  <a:pt x="648111" y="12700"/>
                </a:lnTo>
                <a:lnTo>
                  <a:pt x="635380" y="10287"/>
                </a:lnTo>
                <a:lnTo>
                  <a:pt x="594105" y="4699"/>
                </a:lnTo>
                <a:lnTo>
                  <a:pt x="549782" y="1270"/>
                </a:lnTo>
                <a:lnTo>
                  <a:pt x="526668" y="508"/>
                </a:lnTo>
                <a:lnTo>
                  <a:pt x="502792" y="0"/>
                </a:lnTo>
                <a:close/>
              </a:path>
              <a:path w="854709" h="660400">
                <a:moveTo>
                  <a:pt x="723518" y="35178"/>
                </a:moveTo>
                <a:lnTo>
                  <a:pt x="687069" y="35178"/>
                </a:lnTo>
                <a:lnTo>
                  <a:pt x="687451" y="35305"/>
                </a:lnTo>
                <a:lnTo>
                  <a:pt x="703452" y="40766"/>
                </a:lnTo>
                <a:lnTo>
                  <a:pt x="718565" y="46862"/>
                </a:lnTo>
                <a:lnTo>
                  <a:pt x="732535" y="53593"/>
                </a:lnTo>
                <a:lnTo>
                  <a:pt x="732154" y="53339"/>
                </a:lnTo>
                <a:lnTo>
                  <a:pt x="756649" y="53339"/>
                </a:lnTo>
                <a:lnTo>
                  <a:pt x="752093" y="50164"/>
                </a:lnTo>
                <a:lnTo>
                  <a:pt x="738251" y="42163"/>
                </a:lnTo>
                <a:lnTo>
                  <a:pt x="723518" y="35178"/>
                </a:lnTo>
                <a:close/>
              </a:path>
              <a:path w="854709" h="660400">
                <a:moveTo>
                  <a:pt x="718184" y="46736"/>
                </a:moveTo>
                <a:lnTo>
                  <a:pt x="718450" y="46862"/>
                </a:lnTo>
                <a:lnTo>
                  <a:pt x="718184" y="46736"/>
                </a:lnTo>
                <a:close/>
              </a:path>
              <a:path w="854709" h="660400">
                <a:moveTo>
                  <a:pt x="703071" y="40639"/>
                </a:moveTo>
                <a:lnTo>
                  <a:pt x="703388" y="40766"/>
                </a:lnTo>
                <a:lnTo>
                  <a:pt x="703071" y="40639"/>
                </a:lnTo>
                <a:close/>
              </a:path>
              <a:path w="854709" h="660400">
                <a:moveTo>
                  <a:pt x="687404" y="35293"/>
                </a:moveTo>
                <a:close/>
              </a:path>
              <a:path w="854709" h="660400">
                <a:moveTo>
                  <a:pt x="700531" y="26288"/>
                </a:moveTo>
                <a:lnTo>
                  <a:pt x="652144" y="26288"/>
                </a:lnTo>
                <a:lnTo>
                  <a:pt x="670432" y="30479"/>
                </a:lnTo>
                <a:lnTo>
                  <a:pt x="670051" y="30479"/>
                </a:lnTo>
                <a:lnTo>
                  <a:pt x="687404" y="35293"/>
                </a:lnTo>
                <a:lnTo>
                  <a:pt x="687069" y="35178"/>
                </a:lnTo>
                <a:lnTo>
                  <a:pt x="723518" y="35178"/>
                </a:lnTo>
                <a:lnTo>
                  <a:pt x="707770" y="28701"/>
                </a:lnTo>
                <a:lnTo>
                  <a:pt x="700531" y="26288"/>
                </a:lnTo>
                <a:close/>
              </a:path>
              <a:path w="854709" h="660400">
                <a:moveTo>
                  <a:pt x="678785" y="19685"/>
                </a:moveTo>
                <a:lnTo>
                  <a:pt x="613282" y="19685"/>
                </a:lnTo>
                <a:lnTo>
                  <a:pt x="633348" y="22733"/>
                </a:lnTo>
                <a:lnTo>
                  <a:pt x="633094" y="22733"/>
                </a:lnTo>
                <a:lnTo>
                  <a:pt x="652271" y="26415"/>
                </a:lnTo>
                <a:lnTo>
                  <a:pt x="700531" y="26288"/>
                </a:lnTo>
                <a:lnTo>
                  <a:pt x="691006" y="23113"/>
                </a:lnTo>
                <a:lnTo>
                  <a:pt x="678785" y="19685"/>
                </a:lnTo>
                <a:close/>
              </a:path>
              <a:path w="854709" h="660400">
                <a:moveTo>
                  <a:pt x="648111" y="12700"/>
                </a:moveTo>
                <a:lnTo>
                  <a:pt x="502538" y="12700"/>
                </a:lnTo>
                <a:lnTo>
                  <a:pt x="526287" y="13080"/>
                </a:lnTo>
                <a:lnTo>
                  <a:pt x="549275" y="13970"/>
                </a:lnTo>
                <a:lnTo>
                  <a:pt x="549147" y="13970"/>
                </a:lnTo>
                <a:lnTo>
                  <a:pt x="571500" y="15366"/>
                </a:lnTo>
                <a:lnTo>
                  <a:pt x="571372" y="15366"/>
                </a:lnTo>
                <a:lnTo>
                  <a:pt x="592962" y="17272"/>
                </a:lnTo>
                <a:lnTo>
                  <a:pt x="592708" y="17272"/>
                </a:lnTo>
                <a:lnTo>
                  <a:pt x="613536" y="19812"/>
                </a:lnTo>
                <a:lnTo>
                  <a:pt x="613282" y="19685"/>
                </a:lnTo>
                <a:lnTo>
                  <a:pt x="678785" y="19685"/>
                </a:lnTo>
                <a:lnTo>
                  <a:pt x="673353" y="18161"/>
                </a:lnTo>
                <a:lnTo>
                  <a:pt x="654811" y="13970"/>
                </a:lnTo>
                <a:lnTo>
                  <a:pt x="648111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63466" y="4239259"/>
            <a:ext cx="16503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Natural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Language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1790" y="4140834"/>
            <a:ext cx="165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Natural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Language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Understanding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6318" y="2719578"/>
            <a:ext cx="158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Reasoning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Agent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1517" y="264909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0173" y="366077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03626" y="1898345"/>
            <a:ext cx="5232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Figure: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Facts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71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Representations</a:t>
            </a:r>
            <a:r>
              <a:rPr sz="4400" spc="-25" dirty="0"/>
              <a:t> </a:t>
            </a:r>
            <a:r>
              <a:rPr sz="4400" dirty="0"/>
              <a:t>and</a:t>
            </a:r>
            <a:r>
              <a:rPr sz="4400" spc="-35" dirty="0"/>
              <a:t> </a:t>
            </a:r>
            <a:r>
              <a:rPr sz="4400" dirty="0"/>
              <a:t>Mappings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73030" cy="27539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Rather than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thinking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 </a:t>
            </a:r>
            <a:r>
              <a:rPr sz="2800" spc="-10" dirty="0">
                <a:latin typeface="Calibri"/>
                <a:cs typeface="Calibri"/>
              </a:rPr>
              <a:t>level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top</a:t>
            </a:r>
            <a:r>
              <a:rPr sz="2800" dirty="0">
                <a:latin typeface="Calibri"/>
                <a:cs typeface="Calibri"/>
              </a:rPr>
              <a:t> of </a:t>
            </a:r>
            <a:r>
              <a:rPr sz="2800" spc="-35" dirty="0">
                <a:latin typeface="Calibri"/>
                <a:cs typeface="Calibri"/>
              </a:rPr>
              <a:t>another,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focusing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facts,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way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mappings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exist 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them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0" dirty="0">
                <a:latin typeface="Calibri"/>
                <a:cs typeface="Calibri"/>
              </a:rPr>
              <a:t>links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called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Mappings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Forward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Mapping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Backward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Mapping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maps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71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Representations</a:t>
            </a:r>
            <a:r>
              <a:rPr sz="4400" spc="-25" dirty="0"/>
              <a:t> </a:t>
            </a:r>
            <a:r>
              <a:rPr sz="4400" dirty="0"/>
              <a:t>and</a:t>
            </a:r>
            <a:r>
              <a:rPr sz="4400" spc="-35" dirty="0"/>
              <a:t> </a:t>
            </a:r>
            <a:r>
              <a:rPr sz="4400" dirty="0"/>
              <a:t>Mappings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396746" y="1977389"/>
            <a:ext cx="18865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Initial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5258" y="1977389"/>
            <a:ext cx="17386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Final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3853" y="5016500"/>
            <a:ext cx="254698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Internal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ep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ese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2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on  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Initial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8605" y="5016500"/>
            <a:ext cx="254698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Internal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ep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ese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2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on  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Final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1755" y="2223516"/>
            <a:ext cx="4834255" cy="76200"/>
          </a:xfrm>
          <a:custGeom>
            <a:avLst/>
            <a:gdLst/>
            <a:ahLst/>
            <a:cxnLst/>
            <a:rect l="l" t="t" r="r" b="b"/>
            <a:pathLst>
              <a:path w="4834255" h="76200">
                <a:moveTo>
                  <a:pt x="101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1600" y="44450"/>
                </a:lnTo>
                <a:lnTo>
                  <a:pt x="101600" y="31750"/>
                </a:lnTo>
                <a:close/>
              </a:path>
              <a:path w="4834255" h="76200">
                <a:moveTo>
                  <a:pt x="152400" y="31750"/>
                </a:moveTo>
                <a:lnTo>
                  <a:pt x="139700" y="31750"/>
                </a:lnTo>
                <a:lnTo>
                  <a:pt x="139700" y="44450"/>
                </a:lnTo>
                <a:lnTo>
                  <a:pt x="152400" y="44450"/>
                </a:lnTo>
                <a:lnTo>
                  <a:pt x="152400" y="31750"/>
                </a:lnTo>
                <a:close/>
              </a:path>
              <a:path w="4834255" h="76200">
                <a:moveTo>
                  <a:pt x="203200" y="31750"/>
                </a:moveTo>
                <a:lnTo>
                  <a:pt x="190500" y="31750"/>
                </a:lnTo>
                <a:lnTo>
                  <a:pt x="190500" y="44450"/>
                </a:lnTo>
                <a:lnTo>
                  <a:pt x="203200" y="44450"/>
                </a:lnTo>
                <a:lnTo>
                  <a:pt x="203200" y="31750"/>
                </a:lnTo>
                <a:close/>
              </a:path>
              <a:path w="4834255" h="76200">
                <a:moveTo>
                  <a:pt x="3429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342900" y="44450"/>
                </a:lnTo>
                <a:lnTo>
                  <a:pt x="342900" y="31750"/>
                </a:lnTo>
                <a:close/>
              </a:path>
              <a:path w="4834255" h="76200">
                <a:moveTo>
                  <a:pt x="393700" y="31750"/>
                </a:moveTo>
                <a:lnTo>
                  <a:pt x="381000" y="31750"/>
                </a:lnTo>
                <a:lnTo>
                  <a:pt x="381000" y="44450"/>
                </a:lnTo>
                <a:lnTo>
                  <a:pt x="393700" y="44450"/>
                </a:lnTo>
                <a:lnTo>
                  <a:pt x="393700" y="31750"/>
                </a:lnTo>
                <a:close/>
              </a:path>
              <a:path w="4834255" h="76200">
                <a:moveTo>
                  <a:pt x="444500" y="31750"/>
                </a:moveTo>
                <a:lnTo>
                  <a:pt x="431800" y="31750"/>
                </a:lnTo>
                <a:lnTo>
                  <a:pt x="431800" y="44450"/>
                </a:lnTo>
                <a:lnTo>
                  <a:pt x="444500" y="44450"/>
                </a:lnTo>
                <a:lnTo>
                  <a:pt x="444500" y="31750"/>
                </a:lnTo>
                <a:close/>
              </a:path>
              <a:path w="4834255" h="76200">
                <a:moveTo>
                  <a:pt x="584200" y="31750"/>
                </a:moveTo>
                <a:lnTo>
                  <a:pt x="482600" y="31750"/>
                </a:lnTo>
                <a:lnTo>
                  <a:pt x="482600" y="44450"/>
                </a:lnTo>
                <a:lnTo>
                  <a:pt x="584200" y="44450"/>
                </a:lnTo>
                <a:lnTo>
                  <a:pt x="584200" y="31750"/>
                </a:lnTo>
                <a:close/>
              </a:path>
              <a:path w="4834255" h="76200">
                <a:moveTo>
                  <a:pt x="635000" y="31750"/>
                </a:moveTo>
                <a:lnTo>
                  <a:pt x="622300" y="31750"/>
                </a:lnTo>
                <a:lnTo>
                  <a:pt x="622300" y="44450"/>
                </a:lnTo>
                <a:lnTo>
                  <a:pt x="635000" y="44450"/>
                </a:lnTo>
                <a:lnTo>
                  <a:pt x="635000" y="31750"/>
                </a:lnTo>
                <a:close/>
              </a:path>
              <a:path w="4834255" h="76200">
                <a:moveTo>
                  <a:pt x="685800" y="31750"/>
                </a:moveTo>
                <a:lnTo>
                  <a:pt x="673100" y="31750"/>
                </a:lnTo>
                <a:lnTo>
                  <a:pt x="673100" y="44450"/>
                </a:lnTo>
                <a:lnTo>
                  <a:pt x="685800" y="44450"/>
                </a:lnTo>
                <a:lnTo>
                  <a:pt x="685800" y="31750"/>
                </a:lnTo>
                <a:close/>
              </a:path>
              <a:path w="4834255" h="76200">
                <a:moveTo>
                  <a:pt x="825500" y="31750"/>
                </a:moveTo>
                <a:lnTo>
                  <a:pt x="723900" y="31750"/>
                </a:lnTo>
                <a:lnTo>
                  <a:pt x="723900" y="44450"/>
                </a:lnTo>
                <a:lnTo>
                  <a:pt x="825500" y="44450"/>
                </a:lnTo>
                <a:lnTo>
                  <a:pt x="825500" y="31750"/>
                </a:lnTo>
                <a:close/>
              </a:path>
              <a:path w="4834255" h="76200">
                <a:moveTo>
                  <a:pt x="876300" y="31750"/>
                </a:moveTo>
                <a:lnTo>
                  <a:pt x="863600" y="31750"/>
                </a:lnTo>
                <a:lnTo>
                  <a:pt x="863600" y="44450"/>
                </a:lnTo>
                <a:lnTo>
                  <a:pt x="876300" y="44450"/>
                </a:lnTo>
                <a:lnTo>
                  <a:pt x="876300" y="31750"/>
                </a:lnTo>
                <a:close/>
              </a:path>
              <a:path w="4834255" h="76200">
                <a:moveTo>
                  <a:pt x="927100" y="31750"/>
                </a:moveTo>
                <a:lnTo>
                  <a:pt x="914400" y="31750"/>
                </a:lnTo>
                <a:lnTo>
                  <a:pt x="914400" y="44450"/>
                </a:lnTo>
                <a:lnTo>
                  <a:pt x="927100" y="44450"/>
                </a:lnTo>
                <a:lnTo>
                  <a:pt x="927100" y="31750"/>
                </a:lnTo>
                <a:close/>
              </a:path>
              <a:path w="4834255" h="76200">
                <a:moveTo>
                  <a:pt x="1066800" y="31750"/>
                </a:moveTo>
                <a:lnTo>
                  <a:pt x="965200" y="31750"/>
                </a:lnTo>
                <a:lnTo>
                  <a:pt x="965200" y="44450"/>
                </a:lnTo>
                <a:lnTo>
                  <a:pt x="1066800" y="44450"/>
                </a:lnTo>
                <a:lnTo>
                  <a:pt x="1066800" y="31750"/>
                </a:lnTo>
                <a:close/>
              </a:path>
              <a:path w="4834255" h="76200">
                <a:moveTo>
                  <a:pt x="1117600" y="31750"/>
                </a:moveTo>
                <a:lnTo>
                  <a:pt x="1104900" y="31750"/>
                </a:lnTo>
                <a:lnTo>
                  <a:pt x="1104900" y="44450"/>
                </a:lnTo>
                <a:lnTo>
                  <a:pt x="1117600" y="44450"/>
                </a:lnTo>
                <a:lnTo>
                  <a:pt x="1117600" y="31750"/>
                </a:lnTo>
                <a:close/>
              </a:path>
              <a:path w="4834255" h="76200">
                <a:moveTo>
                  <a:pt x="1168400" y="31750"/>
                </a:moveTo>
                <a:lnTo>
                  <a:pt x="1155700" y="31750"/>
                </a:lnTo>
                <a:lnTo>
                  <a:pt x="1155700" y="44450"/>
                </a:lnTo>
                <a:lnTo>
                  <a:pt x="1168400" y="44450"/>
                </a:lnTo>
                <a:lnTo>
                  <a:pt x="1168400" y="31750"/>
                </a:lnTo>
                <a:close/>
              </a:path>
              <a:path w="4834255" h="76200">
                <a:moveTo>
                  <a:pt x="1308100" y="31750"/>
                </a:moveTo>
                <a:lnTo>
                  <a:pt x="1206500" y="31750"/>
                </a:lnTo>
                <a:lnTo>
                  <a:pt x="1206500" y="44450"/>
                </a:lnTo>
                <a:lnTo>
                  <a:pt x="1308100" y="44450"/>
                </a:lnTo>
                <a:lnTo>
                  <a:pt x="1308100" y="31750"/>
                </a:lnTo>
                <a:close/>
              </a:path>
              <a:path w="4834255" h="76200">
                <a:moveTo>
                  <a:pt x="1358900" y="31750"/>
                </a:moveTo>
                <a:lnTo>
                  <a:pt x="1346200" y="31750"/>
                </a:lnTo>
                <a:lnTo>
                  <a:pt x="1346200" y="44450"/>
                </a:lnTo>
                <a:lnTo>
                  <a:pt x="1358900" y="44450"/>
                </a:lnTo>
                <a:lnTo>
                  <a:pt x="1358900" y="31750"/>
                </a:lnTo>
                <a:close/>
              </a:path>
              <a:path w="4834255" h="76200">
                <a:moveTo>
                  <a:pt x="1409700" y="31750"/>
                </a:moveTo>
                <a:lnTo>
                  <a:pt x="1397000" y="31750"/>
                </a:lnTo>
                <a:lnTo>
                  <a:pt x="1397000" y="44450"/>
                </a:lnTo>
                <a:lnTo>
                  <a:pt x="1409700" y="44450"/>
                </a:lnTo>
                <a:lnTo>
                  <a:pt x="1409700" y="31750"/>
                </a:lnTo>
                <a:close/>
              </a:path>
              <a:path w="4834255" h="76200">
                <a:moveTo>
                  <a:pt x="1549400" y="31750"/>
                </a:moveTo>
                <a:lnTo>
                  <a:pt x="1447800" y="31750"/>
                </a:lnTo>
                <a:lnTo>
                  <a:pt x="1447800" y="44450"/>
                </a:lnTo>
                <a:lnTo>
                  <a:pt x="1549400" y="44450"/>
                </a:lnTo>
                <a:lnTo>
                  <a:pt x="1549400" y="31750"/>
                </a:lnTo>
                <a:close/>
              </a:path>
              <a:path w="4834255" h="76200">
                <a:moveTo>
                  <a:pt x="1600200" y="31750"/>
                </a:moveTo>
                <a:lnTo>
                  <a:pt x="1587500" y="31750"/>
                </a:lnTo>
                <a:lnTo>
                  <a:pt x="1587500" y="44450"/>
                </a:lnTo>
                <a:lnTo>
                  <a:pt x="1600200" y="44450"/>
                </a:lnTo>
                <a:lnTo>
                  <a:pt x="1600200" y="31750"/>
                </a:lnTo>
                <a:close/>
              </a:path>
              <a:path w="4834255" h="76200">
                <a:moveTo>
                  <a:pt x="1651000" y="31750"/>
                </a:moveTo>
                <a:lnTo>
                  <a:pt x="1638300" y="31750"/>
                </a:lnTo>
                <a:lnTo>
                  <a:pt x="1638300" y="44450"/>
                </a:lnTo>
                <a:lnTo>
                  <a:pt x="1651000" y="44450"/>
                </a:lnTo>
                <a:lnTo>
                  <a:pt x="1651000" y="31750"/>
                </a:lnTo>
                <a:close/>
              </a:path>
              <a:path w="4834255" h="76200">
                <a:moveTo>
                  <a:pt x="1790700" y="31750"/>
                </a:moveTo>
                <a:lnTo>
                  <a:pt x="1689100" y="31750"/>
                </a:lnTo>
                <a:lnTo>
                  <a:pt x="1689100" y="44450"/>
                </a:lnTo>
                <a:lnTo>
                  <a:pt x="1790700" y="44450"/>
                </a:lnTo>
                <a:lnTo>
                  <a:pt x="1790700" y="31750"/>
                </a:lnTo>
                <a:close/>
              </a:path>
              <a:path w="4834255" h="76200">
                <a:moveTo>
                  <a:pt x="1841500" y="31750"/>
                </a:moveTo>
                <a:lnTo>
                  <a:pt x="1828800" y="31750"/>
                </a:lnTo>
                <a:lnTo>
                  <a:pt x="1828800" y="44450"/>
                </a:lnTo>
                <a:lnTo>
                  <a:pt x="1841500" y="44450"/>
                </a:lnTo>
                <a:lnTo>
                  <a:pt x="1841500" y="31750"/>
                </a:lnTo>
                <a:close/>
              </a:path>
              <a:path w="4834255" h="76200">
                <a:moveTo>
                  <a:pt x="1892300" y="31750"/>
                </a:moveTo>
                <a:lnTo>
                  <a:pt x="1879600" y="31750"/>
                </a:lnTo>
                <a:lnTo>
                  <a:pt x="1879600" y="44450"/>
                </a:lnTo>
                <a:lnTo>
                  <a:pt x="1892300" y="44450"/>
                </a:lnTo>
                <a:lnTo>
                  <a:pt x="1892300" y="31750"/>
                </a:lnTo>
                <a:close/>
              </a:path>
              <a:path w="4834255" h="76200">
                <a:moveTo>
                  <a:pt x="2032000" y="31750"/>
                </a:moveTo>
                <a:lnTo>
                  <a:pt x="1930400" y="31750"/>
                </a:lnTo>
                <a:lnTo>
                  <a:pt x="1930400" y="44450"/>
                </a:lnTo>
                <a:lnTo>
                  <a:pt x="2032000" y="44450"/>
                </a:lnTo>
                <a:lnTo>
                  <a:pt x="2032000" y="31750"/>
                </a:lnTo>
                <a:close/>
              </a:path>
              <a:path w="4834255" h="76200">
                <a:moveTo>
                  <a:pt x="2082800" y="31750"/>
                </a:moveTo>
                <a:lnTo>
                  <a:pt x="2070100" y="31750"/>
                </a:lnTo>
                <a:lnTo>
                  <a:pt x="2070100" y="44450"/>
                </a:lnTo>
                <a:lnTo>
                  <a:pt x="2082800" y="44450"/>
                </a:lnTo>
                <a:lnTo>
                  <a:pt x="2082800" y="31750"/>
                </a:lnTo>
                <a:close/>
              </a:path>
              <a:path w="4834255" h="76200">
                <a:moveTo>
                  <a:pt x="2133600" y="31750"/>
                </a:moveTo>
                <a:lnTo>
                  <a:pt x="2120900" y="31750"/>
                </a:lnTo>
                <a:lnTo>
                  <a:pt x="2120900" y="44450"/>
                </a:lnTo>
                <a:lnTo>
                  <a:pt x="2133600" y="44450"/>
                </a:lnTo>
                <a:lnTo>
                  <a:pt x="2133600" y="31750"/>
                </a:lnTo>
                <a:close/>
              </a:path>
              <a:path w="4834255" h="76200">
                <a:moveTo>
                  <a:pt x="2273300" y="31750"/>
                </a:moveTo>
                <a:lnTo>
                  <a:pt x="2171700" y="31750"/>
                </a:lnTo>
                <a:lnTo>
                  <a:pt x="2171700" y="44450"/>
                </a:lnTo>
                <a:lnTo>
                  <a:pt x="2273300" y="44450"/>
                </a:lnTo>
                <a:lnTo>
                  <a:pt x="2273300" y="31750"/>
                </a:lnTo>
                <a:close/>
              </a:path>
              <a:path w="4834255" h="76200">
                <a:moveTo>
                  <a:pt x="2324100" y="31750"/>
                </a:moveTo>
                <a:lnTo>
                  <a:pt x="2311400" y="31750"/>
                </a:lnTo>
                <a:lnTo>
                  <a:pt x="2311400" y="44450"/>
                </a:lnTo>
                <a:lnTo>
                  <a:pt x="2324100" y="44450"/>
                </a:lnTo>
                <a:lnTo>
                  <a:pt x="2324100" y="31750"/>
                </a:lnTo>
                <a:close/>
              </a:path>
              <a:path w="4834255" h="76200">
                <a:moveTo>
                  <a:pt x="2374900" y="31750"/>
                </a:moveTo>
                <a:lnTo>
                  <a:pt x="2362200" y="31750"/>
                </a:lnTo>
                <a:lnTo>
                  <a:pt x="2362200" y="44450"/>
                </a:lnTo>
                <a:lnTo>
                  <a:pt x="2374900" y="44450"/>
                </a:lnTo>
                <a:lnTo>
                  <a:pt x="2374900" y="31750"/>
                </a:lnTo>
                <a:close/>
              </a:path>
              <a:path w="4834255" h="76200">
                <a:moveTo>
                  <a:pt x="2514600" y="31750"/>
                </a:moveTo>
                <a:lnTo>
                  <a:pt x="2413000" y="31750"/>
                </a:lnTo>
                <a:lnTo>
                  <a:pt x="2413000" y="44450"/>
                </a:lnTo>
                <a:lnTo>
                  <a:pt x="2514600" y="44450"/>
                </a:lnTo>
                <a:lnTo>
                  <a:pt x="2514600" y="31750"/>
                </a:lnTo>
                <a:close/>
              </a:path>
              <a:path w="4834255" h="76200">
                <a:moveTo>
                  <a:pt x="2565400" y="31750"/>
                </a:moveTo>
                <a:lnTo>
                  <a:pt x="2552700" y="31750"/>
                </a:lnTo>
                <a:lnTo>
                  <a:pt x="2552700" y="44450"/>
                </a:lnTo>
                <a:lnTo>
                  <a:pt x="2565400" y="44450"/>
                </a:lnTo>
                <a:lnTo>
                  <a:pt x="2565400" y="31750"/>
                </a:lnTo>
                <a:close/>
              </a:path>
              <a:path w="4834255" h="76200">
                <a:moveTo>
                  <a:pt x="2616200" y="31750"/>
                </a:moveTo>
                <a:lnTo>
                  <a:pt x="2603500" y="31750"/>
                </a:lnTo>
                <a:lnTo>
                  <a:pt x="2603500" y="44450"/>
                </a:lnTo>
                <a:lnTo>
                  <a:pt x="2616200" y="44450"/>
                </a:lnTo>
                <a:lnTo>
                  <a:pt x="2616200" y="31750"/>
                </a:lnTo>
                <a:close/>
              </a:path>
              <a:path w="4834255" h="76200">
                <a:moveTo>
                  <a:pt x="2755900" y="31750"/>
                </a:moveTo>
                <a:lnTo>
                  <a:pt x="2654300" y="31750"/>
                </a:lnTo>
                <a:lnTo>
                  <a:pt x="2654300" y="44450"/>
                </a:lnTo>
                <a:lnTo>
                  <a:pt x="2755900" y="44450"/>
                </a:lnTo>
                <a:lnTo>
                  <a:pt x="2755900" y="31750"/>
                </a:lnTo>
                <a:close/>
              </a:path>
              <a:path w="4834255" h="76200">
                <a:moveTo>
                  <a:pt x="2806700" y="31750"/>
                </a:moveTo>
                <a:lnTo>
                  <a:pt x="2794000" y="31750"/>
                </a:lnTo>
                <a:lnTo>
                  <a:pt x="2794000" y="44450"/>
                </a:lnTo>
                <a:lnTo>
                  <a:pt x="2806700" y="44450"/>
                </a:lnTo>
                <a:lnTo>
                  <a:pt x="2806700" y="31750"/>
                </a:lnTo>
                <a:close/>
              </a:path>
              <a:path w="4834255" h="76200">
                <a:moveTo>
                  <a:pt x="2857500" y="31750"/>
                </a:moveTo>
                <a:lnTo>
                  <a:pt x="2844800" y="31750"/>
                </a:lnTo>
                <a:lnTo>
                  <a:pt x="2844800" y="44450"/>
                </a:lnTo>
                <a:lnTo>
                  <a:pt x="2857500" y="44450"/>
                </a:lnTo>
                <a:lnTo>
                  <a:pt x="2857500" y="31750"/>
                </a:lnTo>
                <a:close/>
              </a:path>
              <a:path w="4834255" h="76200">
                <a:moveTo>
                  <a:pt x="2997200" y="31750"/>
                </a:moveTo>
                <a:lnTo>
                  <a:pt x="2895600" y="31750"/>
                </a:lnTo>
                <a:lnTo>
                  <a:pt x="2895600" y="44450"/>
                </a:lnTo>
                <a:lnTo>
                  <a:pt x="2997200" y="44450"/>
                </a:lnTo>
                <a:lnTo>
                  <a:pt x="2997200" y="31750"/>
                </a:lnTo>
                <a:close/>
              </a:path>
              <a:path w="4834255" h="76200">
                <a:moveTo>
                  <a:pt x="3048000" y="31750"/>
                </a:moveTo>
                <a:lnTo>
                  <a:pt x="3035300" y="31750"/>
                </a:lnTo>
                <a:lnTo>
                  <a:pt x="3035300" y="44450"/>
                </a:lnTo>
                <a:lnTo>
                  <a:pt x="3048000" y="44450"/>
                </a:lnTo>
                <a:lnTo>
                  <a:pt x="3048000" y="31750"/>
                </a:lnTo>
                <a:close/>
              </a:path>
              <a:path w="4834255" h="76200">
                <a:moveTo>
                  <a:pt x="3098800" y="31750"/>
                </a:moveTo>
                <a:lnTo>
                  <a:pt x="3086100" y="31750"/>
                </a:lnTo>
                <a:lnTo>
                  <a:pt x="3086100" y="44450"/>
                </a:lnTo>
                <a:lnTo>
                  <a:pt x="3098800" y="44450"/>
                </a:lnTo>
                <a:lnTo>
                  <a:pt x="3098800" y="31750"/>
                </a:lnTo>
                <a:close/>
              </a:path>
              <a:path w="4834255" h="76200">
                <a:moveTo>
                  <a:pt x="3238500" y="31750"/>
                </a:moveTo>
                <a:lnTo>
                  <a:pt x="3136900" y="31750"/>
                </a:lnTo>
                <a:lnTo>
                  <a:pt x="3136900" y="44450"/>
                </a:lnTo>
                <a:lnTo>
                  <a:pt x="3238500" y="44450"/>
                </a:lnTo>
                <a:lnTo>
                  <a:pt x="3238500" y="31750"/>
                </a:lnTo>
                <a:close/>
              </a:path>
              <a:path w="4834255" h="76200">
                <a:moveTo>
                  <a:pt x="3289300" y="31750"/>
                </a:moveTo>
                <a:lnTo>
                  <a:pt x="3276600" y="31750"/>
                </a:lnTo>
                <a:lnTo>
                  <a:pt x="3276600" y="44450"/>
                </a:lnTo>
                <a:lnTo>
                  <a:pt x="3289300" y="44450"/>
                </a:lnTo>
                <a:lnTo>
                  <a:pt x="3289300" y="31750"/>
                </a:lnTo>
                <a:close/>
              </a:path>
              <a:path w="4834255" h="76200">
                <a:moveTo>
                  <a:pt x="3340100" y="31750"/>
                </a:moveTo>
                <a:lnTo>
                  <a:pt x="3327400" y="31750"/>
                </a:lnTo>
                <a:lnTo>
                  <a:pt x="3327400" y="44450"/>
                </a:lnTo>
                <a:lnTo>
                  <a:pt x="3340100" y="44450"/>
                </a:lnTo>
                <a:lnTo>
                  <a:pt x="3340100" y="31750"/>
                </a:lnTo>
                <a:close/>
              </a:path>
              <a:path w="4834255" h="76200">
                <a:moveTo>
                  <a:pt x="3479800" y="31750"/>
                </a:moveTo>
                <a:lnTo>
                  <a:pt x="3378200" y="31750"/>
                </a:lnTo>
                <a:lnTo>
                  <a:pt x="3378200" y="44450"/>
                </a:lnTo>
                <a:lnTo>
                  <a:pt x="3479800" y="44450"/>
                </a:lnTo>
                <a:lnTo>
                  <a:pt x="3479800" y="31750"/>
                </a:lnTo>
                <a:close/>
              </a:path>
              <a:path w="4834255" h="76200">
                <a:moveTo>
                  <a:pt x="3530600" y="31750"/>
                </a:moveTo>
                <a:lnTo>
                  <a:pt x="3517900" y="31750"/>
                </a:lnTo>
                <a:lnTo>
                  <a:pt x="3517900" y="44450"/>
                </a:lnTo>
                <a:lnTo>
                  <a:pt x="3530600" y="44450"/>
                </a:lnTo>
                <a:lnTo>
                  <a:pt x="3530600" y="31750"/>
                </a:lnTo>
                <a:close/>
              </a:path>
              <a:path w="4834255" h="76200">
                <a:moveTo>
                  <a:pt x="3581400" y="31750"/>
                </a:moveTo>
                <a:lnTo>
                  <a:pt x="3568700" y="31750"/>
                </a:lnTo>
                <a:lnTo>
                  <a:pt x="3568700" y="44450"/>
                </a:lnTo>
                <a:lnTo>
                  <a:pt x="3581400" y="44450"/>
                </a:lnTo>
                <a:lnTo>
                  <a:pt x="3581400" y="31750"/>
                </a:lnTo>
                <a:close/>
              </a:path>
              <a:path w="4834255" h="76200">
                <a:moveTo>
                  <a:pt x="3721100" y="31750"/>
                </a:moveTo>
                <a:lnTo>
                  <a:pt x="3619500" y="31750"/>
                </a:lnTo>
                <a:lnTo>
                  <a:pt x="3619500" y="44450"/>
                </a:lnTo>
                <a:lnTo>
                  <a:pt x="3721100" y="44450"/>
                </a:lnTo>
                <a:lnTo>
                  <a:pt x="3721100" y="31750"/>
                </a:lnTo>
                <a:close/>
              </a:path>
              <a:path w="4834255" h="76200">
                <a:moveTo>
                  <a:pt x="3771900" y="31750"/>
                </a:moveTo>
                <a:lnTo>
                  <a:pt x="3759200" y="31750"/>
                </a:lnTo>
                <a:lnTo>
                  <a:pt x="3759200" y="44450"/>
                </a:lnTo>
                <a:lnTo>
                  <a:pt x="3771900" y="44450"/>
                </a:lnTo>
                <a:lnTo>
                  <a:pt x="3771900" y="31750"/>
                </a:lnTo>
                <a:close/>
              </a:path>
              <a:path w="4834255" h="76200">
                <a:moveTo>
                  <a:pt x="3822700" y="31750"/>
                </a:moveTo>
                <a:lnTo>
                  <a:pt x="3810000" y="31750"/>
                </a:lnTo>
                <a:lnTo>
                  <a:pt x="3810000" y="44450"/>
                </a:lnTo>
                <a:lnTo>
                  <a:pt x="3822700" y="44450"/>
                </a:lnTo>
                <a:lnTo>
                  <a:pt x="3822700" y="31750"/>
                </a:lnTo>
                <a:close/>
              </a:path>
              <a:path w="4834255" h="76200">
                <a:moveTo>
                  <a:pt x="3962400" y="31750"/>
                </a:moveTo>
                <a:lnTo>
                  <a:pt x="3860800" y="31750"/>
                </a:lnTo>
                <a:lnTo>
                  <a:pt x="3860800" y="44450"/>
                </a:lnTo>
                <a:lnTo>
                  <a:pt x="3962400" y="44450"/>
                </a:lnTo>
                <a:lnTo>
                  <a:pt x="3962400" y="31750"/>
                </a:lnTo>
                <a:close/>
              </a:path>
              <a:path w="4834255" h="76200">
                <a:moveTo>
                  <a:pt x="4013200" y="31750"/>
                </a:moveTo>
                <a:lnTo>
                  <a:pt x="4000500" y="31750"/>
                </a:lnTo>
                <a:lnTo>
                  <a:pt x="4000500" y="44450"/>
                </a:lnTo>
                <a:lnTo>
                  <a:pt x="4013200" y="44450"/>
                </a:lnTo>
                <a:lnTo>
                  <a:pt x="4013200" y="31750"/>
                </a:lnTo>
                <a:close/>
              </a:path>
              <a:path w="4834255" h="76200">
                <a:moveTo>
                  <a:pt x="4064000" y="31750"/>
                </a:moveTo>
                <a:lnTo>
                  <a:pt x="4051300" y="31750"/>
                </a:lnTo>
                <a:lnTo>
                  <a:pt x="4051300" y="44450"/>
                </a:lnTo>
                <a:lnTo>
                  <a:pt x="4064000" y="44450"/>
                </a:lnTo>
                <a:lnTo>
                  <a:pt x="4064000" y="31750"/>
                </a:lnTo>
                <a:close/>
              </a:path>
              <a:path w="4834255" h="76200">
                <a:moveTo>
                  <a:pt x="4203700" y="31750"/>
                </a:moveTo>
                <a:lnTo>
                  <a:pt x="4102100" y="31750"/>
                </a:lnTo>
                <a:lnTo>
                  <a:pt x="4102100" y="44450"/>
                </a:lnTo>
                <a:lnTo>
                  <a:pt x="4203700" y="44450"/>
                </a:lnTo>
                <a:lnTo>
                  <a:pt x="4203700" y="31750"/>
                </a:lnTo>
                <a:close/>
              </a:path>
              <a:path w="4834255" h="76200">
                <a:moveTo>
                  <a:pt x="4254500" y="31750"/>
                </a:moveTo>
                <a:lnTo>
                  <a:pt x="4241800" y="31750"/>
                </a:lnTo>
                <a:lnTo>
                  <a:pt x="4241800" y="44450"/>
                </a:lnTo>
                <a:lnTo>
                  <a:pt x="4254500" y="44450"/>
                </a:lnTo>
                <a:lnTo>
                  <a:pt x="4254500" y="31750"/>
                </a:lnTo>
                <a:close/>
              </a:path>
              <a:path w="4834255" h="76200">
                <a:moveTo>
                  <a:pt x="4305300" y="31750"/>
                </a:moveTo>
                <a:lnTo>
                  <a:pt x="4292600" y="31750"/>
                </a:lnTo>
                <a:lnTo>
                  <a:pt x="4292600" y="44450"/>
                </a:lnTo>
                <a:lnTo>
                  <a:pt x="4305300" y="44450"/>
                </a:lnTo>
                <a:lnTo>
                  <a:pt x="4305300" y="31750"/>
                </a:lnTo>
                <a:close/>
              </a:path>
              <a:path w="4834255" h="76200">
                <a:moveTo>
                  <a:pt x="4445000" y="31750"/>
                </a:moveTo>
                <a:lnTo>
                  <a:pt x="4343400" y="31750"/>
                </a:lnTo>
                <a:lnTo>
                  <a:pt x="4343400" y="44450"/>
                </a:lnTo>
                <a:lnTo>
                  <a:pt x="4445000" y="44450"/>
                </a:lnTo>
                <a:lnTo>
                  <a:pt x="4445000" y="31750"/>
                </a:lnTo>
                <a:close/>
              </a:path>
              <a:path w="4834255" h="76200">
                <a:moveTo>
                  <a:pt x="4495800" y="31750"/>
                </a:moveTo>
                <a:lnTo>
                  <a:pt x="4483100" y="31750"/>
                </a:lnTo>
                <a:lnTo>
                  <a:pt x="4483100" y="44450"/>
                </a:lnTo>
                <a:lnTo>
                  <a:pt x="4495800" y="44450"/>
                </a:lnTo>
                <a:lnTo>
                  <a:pt x="4495800" y="31750"/>
                </a:lnTo>
                <a:close/>
              </a:path>
              <a:path w="4834255" h="76200">
                <a:moveTo>
                  <a:pt x="4546600" y="31750"/>
                </a:moveTo>
                <a:lnTo>
                  <a:pt x="4533900" y="31750"/>
                </a:lnTo>
                <a:lnTo>
                  <a:pt x="4533900" y="44450"/>
                </a:lnTo>
                <a:lnTo>
                  <a:pt x="4546600" y="44450"/>
                </a:lnTo>
                <a:lnTo>
                  <a:pt x="4546600" y="31750"/>
                </a:lnTo>
                <a:close/>
              </a:path>
              <a:path w="4834255" h="76200">
                <a:moveTo>
                  <a:pt x="4686300" y="31750"/>
                </a:moveTo>
                <a:lnTo>
                  <a:pt x="4584700" y="31750"/>
                </a:lnTo>
                <a:lnTo>
                  <a:pt x="4584700" y="44450"/>
                </a:lnTo>
                <a:lnTo>
                  <a:pt x="4686300" y="44450"/>
                </a:lnTo>
                <a:lnTo>
                  <a:pt x="4686300" y="31750"/>
                </a:lnTo>
                <a:close/>
              </a:path>
              <a:path w="4834255" h="76200">
                <a:moveTo>
                  <a:pt x="4737100" y="31750"/>
                </a:moveTo>
                <a:lnTo>
                  <a:pt x="4724400" y="31750"/>
                </a:lnTo>
                <a:lnTo>
                  <a:pt x="4724400" y="44450"/>
                </a:lnTo>
                <a:lnTo>
                  <a:pt x="4737100" y="44450"/>
                </a:lnTo>
                <a:lnTo>
                  <a:pt x="4737100" y="31750"/>
                </a:lnTo>
                <a:close/>
              </a:path>
              <a:path w="4834255" h="76200">
                <a:moveTo>
                  <a:pt x="4758055" y="0"/>
                </a:moveTo>
                <a:lnTo>
                  <a:pt x="4758055" y="76200"/>
                </a:lnTo>
                <a:lnTo>
                  <a:pt x="4834255" y="38100"/>
                </a:lnTo>
                <a:lnTo>
                  <a:pt x="47580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13988" y="5754623"/>
            <a:ext cx="4095115" cy="76200"/>
          </a:xfrm>
          <a:custGeom>
            <a:avLst/>
            <a:gdLst/>
            <a:ahLst/>
            <a:cxnLst/>
            <a:rect l="l" t="t" r="r" b="b"/>
            <a:pathLst>
              <a:path w="4095115" h="76200">
                <a:moveTo>
                  <a:pt x="4018788" y="0"/>
                </a:moveTo>
                <a:lnTo>
                  <a:pt x="4018788" y="76200"/>
                </a:lnTo>
                <a:lnTo>
                  <a:pt x="4082288" y="44450"/>
                </a:lnTo>
                <a:lnTo>
                  <a:pt x="4031488" y="44450"/>
                </a:lnTo>
                <a:lnTo>
                  <a:pt x="4031488" y="31750"/>
                </a:lnTo>
                <a:lnTo>
                  <a:pt x="4082288" y="31750"/>
                </a:lnTo>
                <a:lnTo>
                  <a:pt x="4018788" y="0"/>
                </a:lnTo>
                <a:close/>
              </a:path>
              <a:path w="4095115" h="76200">
                <a:moveTo>
                  <a:pt x="401878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18788" y="44450"/>
                </a:lnTo>
                <a:lnTo>
                  <a:pt x="4018788" y="31750"/>
                </a:lnTo>
                <a:close/>
              </a:path>
              <a:path w="4095115" h="76200">
                <a:moveTo>
                  <a:pt x="4082288" y="31750"/>
                </a:moveTo>
                <a:lnTo>
                  <a:pt x="4031488" y="31750"/>
                </a:lnTo>
                <a:lnTo>
                  <a:pt x="4031488" y="44450"/>
                </a:lnTo>
                <a:lnTo>
                  <a:pt x="4082288" y="44450"/>
                </a:lnTo>
                <a:lnTo>
                  <a:pt x="4094988" y="38100"/>
                </a:lnTo>
                <a:lnTo>
                  <a:pt x="40822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1907" y="2554223"/>
            <a:ext cx="76200" cy="2454275"/>
          </a:xfrm>
          <a:custGeom>
            <a:avLst/>
            <a:gdLst/>
            <a:ahLst/>
            <a:cxnLst/>
            <a:rect l="l" t="t" r="r" b="b"/>
            <a:pathLst>
              <a:path w="76200" h="2454275">
                <a:moveTo>
                  <a:pt x="31750" y="2377694"/>
                </a:moveTo>
                <a:lnTo>
                  <a:pt x="0" y="2377694"/>
                </a:lnTo>
                <a:lnTo>
                  <a:pt x="38100" y="2453894"/>
                </a:lnTo>
                <a:lnTo>
                  <a:pt x="69850" y="2390394"/>
                </a:lnTo>
                <a:lnTo>
                  <a:pt x="31750" y="2390394"/>
                </a:lnTo>
                <a:lnTo>
                  <a:pt x="31750" y="2377694"/>
                </a:lnTo>
                <a:close/>
              </a:path>
              <a:path w="76200" h="2454275">
                <a:moveTo>
                  <a:pt x="44450" y="0"/>
                </a:moveTo>
                <a:lnTo>
                  <a:pt x="31750" y="0"/>
                </a:lnTo>
                <a:lnTo>
                  <a:pt x="31750" y="2390394"/>
                </a:lnTo>
                <a:lnTo>
                  <a:pt x="44450" y="2390394"/>
                </a:lnTo>
                <a:lnTo>
                  <a:pt x="44450" y="0"/>
                </a:lnTo>
                <a:close/>
              </a:path>
              <a:path w="76200" h="2454275">
                <a:moveTo>
                  <a:pt x="76200" y="2377694"/>
                </a:moveTo>
                <a:lnTo>
                  <a:pt x="44450" y="2377694"/>
                </a:lnTo>
                <a:lnTo>
                  <a:pt x="44450" y="2390394"/>
                </a:lnTo>
                <a:lnTo>
                  <a:pt x="69850" y="2390394"/>
                </a:lnTo>
                <a:lnTo>
                  <a:pt x="76200" y="2377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134856" y="2554223"/>
            <a:ext cx="76200" cy="2454275"/>
          </a:xfrm>
          <a:custGeom>
            <a:avLst/>
            <a:gdLst/>
            <a:ahLst/>
            <a:cxnLst/>
            <a:rect l="l" t="t" r="r" b="b"/>
            <a:pathLst>
              <a:path w="76200" h="2454275">
                <a:moveTo>
                  <a:pt x="44450" y="63500"/>
                </a:moveTo>
                <a:lnTo>
                  <a:pt x="31750" y="63500"/>
                </a:lnTo>
                <a:lnTo>
                  <a:pt x="31750" y="2453894"/>
                </a:lnTo>
                <a:lnTo>
                  <a:pt x="44450" y="2453894"/>
                </a:lnTo>
                <a:lnTo>
                  <a:pt x="44450" y="63500"/>
                </a:lnTo>
                <a:close/>
              </a:path>
              <a:path w="76200" h="245427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45427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15510" y="1884375"/>
            <a:ext cx="29076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Desired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Reasoning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27652" y="5444744"/>
            <a:ext cx="2717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Program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8955" y="3024632"/>
            <a:ext cx="1917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Forward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ep</a:t>
            </a:r>
            <a:r>
              <a:rPr sz="2400" spc="-3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nta</a:t>
            </a:r>
            <a:r>
              <a:rPr sz="2400" dirty="0">
                <a:latin typeface="Calibri"/>
                <a:cs typeface="Calibri"/>
              </a:rPr>
              <a:t>tion  Mapping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68108" y="3024632"/>
            <a:ext cx="1917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2935" algn="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Backward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ep</a:t>
            </a:r>
            <a:r>
              <a:rPr sz="2400" spc="-3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nta</a:t>
            </a:r>
            <a:r>
              <a:rPr sz="2400" dirty="0">
                <a:latin typeface="Calibri"/>
                <a:cs typeface="Calibri"/>
              </a:rPr>
              <a:t>tion</a:t>
            </a:r>
            <a:endParaRPr sz="24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Mapping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56978" y="3218433"/>
            <a:ext cx="22263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Calibri"/>
                <a:cs typeface="Calibri"/>
              </a:rPr>
              <a:t>Figure: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ep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ese</a:t>
            </a:r>
            <a:r>
              <a:rPr sz="2800" spc="-40" dirty="0">
                <a:latin typeface="Calibri"/>
                <a:cs typeface="Calibri"/>
              </a:rPr>
              <a:t>n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2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on 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Facts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415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Approaches</a:t>
            </a:r>
            <a:r>
              <a:rPr sz="4400" spc="-35" dirty="0"/>
              <a:t> </a:t>
            </a:r>
            <a:r>
              <a:rPr sz="4400" spc="-20" dirty="0"/>
              <a:t>to</a:t>
            </a:r>
            <a:r>
              <a:rPr sz="4400" spc="-5" dirty="0"/>
              <a:t> </a:t>
            </a:r>
            <a:r>
              <a:rPr sz="4400" spc="-15" dirty="0"/>
              <a:t>Knowledge</a:t>
            </a:r>
            <a:r>
              <a:rPr sz="4400" spc="15" dirty="0"/>
              <a:t> </a:t>
            </a:r>
            <a:r>
              <a:rPr sz="4400" spc="-25" dirty="0"/>
              <a:t>Representation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56565"/>
            <a:ext cx="10107930" cy="37103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good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four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properties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endParaRPr sz="2800" dirty="0">
              <a:latin typeface="Calibri"/>
              <a:cs typeface="Calibri"/>
            </a:endParaRPr>
          </a:p>
          <a:p>
            <a:pPr marL="698500" marR="205104" indent="-228600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spc="-10" dirty="0">
                <a:latin typeface="Calibri"/>
                <a:cs typeface="Calibri"/>
              </a:rPr>
              <a:t>Representational </a:t>
            </a:r>
            <a:r>
              <a:rPr sz="2400" b="1" spc="-5" dirty="0">
                <a:latin typeface="Calibri"/>
                <a:cs typeface="Calibri"/>
              </a:rPr>
              <a:t>Adequacy: </a:t>
            </a:r>
            <a:r>
              <a:rPr sz="2400" dirty="0">
                <a:latin typeface="Calibri"/>
                <a:cs typeface="Calibri"/>
              </a:rPr>
              <a:t>Ability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represent </a:t>
            </a:r>
            <a:r>
              <a:rPr sz="2400" dirty="0">
                <a:latin typeface="Calibri"/>
                <a:cs typeface="Calibri"/>
              </a:rPr>
              <a:t>all kind </a:t>
            </a:r>
            <a:r>
              <a:rPr sz="2400" spc="-5" dirty="0">
                <a:latin typeface="Calibri"/>
                <a:cs typeface="Calibri"/>
              </a:rPr>
              <a:t>of knowledge that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" dirty="0">
                <a:latin typeface="Calibri"/>
                <a:cs typeface="Calibri"/>
              </a:rPr>
              <a:t>domain</a:t>
            </a:r>
            <a:endParaRPr sz="2400" dirty="0">
              <a:latin typeface="Calibri"/>
              <a:cs typeface="Calibri"/>
            </a:endParaRPr>
          </a:p>
          <a:p>
            <a:pPr marL="698500" marR="5080" indent="-228600">
              <a:lnSpc>
                <a:spcPct val="90000"/>
              </a:lnSpc>
              <a:spcBef>
                <a:spcPts val="47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spc="-15" dirty="0">
                <a:latin typeface="Calibri"/>
                <a:cs typeface="Calibri"/>
              </a:rPr>
              <a:t>Inferential </a:t>
            </a:r>
            <a:r>
              <a:rPr sz="2400" b="1" dirty="0">
                <a:latin typeface="Calibri"/>
                <a:cs typeface="Calibri"/>
              </a:rPr>
              <a:t>Adequacy: </a:t>
            </a:r>
            <a:r>
              <a:rPr sz="2400" dirty="0">
                <a:latin typeface="Calibri"/>
                <a:cs typeface="Calibri"/>
              </a:rPr>
              <a:t>Ability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manipulate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representational structure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derive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spc="-10" dirty="0">
                <a:latin typeface="Calibri"/>
                <a:cs typeface="Calibri"/>
              </a:rPr>
              <a:t> structures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inferred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5" dirty="0">
                <a:latin typeface="Calibri"/>
                <a:cs typeface="Calibri"/>
              </a:rPr>
              <a:t> old</a:t>
            </a:r>
            <a:endParaRPr sz="2400" dirty="0">
              <a:latin typeface="Calibri"/>
              <a:cs typeface="Calibri"/>
            </a:endParaRPr>
          </a:p>
          <a:p>
            <a:pPr marL="698500" marR="466725" indent="-228600">
              <a:lnSpc>
                <a:spcPct val="90100"/>
              </a:lnSpc>
              <a:spcBef>
                <a:spcPts val="484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spc="-15" dirty="0">
                <a:latin typeface="Calibri"/>
                <a:cs typeface="Calibri"/>
              </a:rPr>
              <a:t>Inferential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Efficiency: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incorporate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additional </a:t>
            </a:r>
            <a:r>
              <a:rPr sz="2400" spc="-10" dirty="0">
                <a:latin typeface="Calibri"/>
                <a:cs typeface="Calibri"/>
              </a:rPr>
              <a:t>information that can </a:t>
            </a:r>
            <a:r>
              <a:rPr sz="2400" spc="-5" dirty="0">
                <a:latin typeface="Calibri"/>
                <a:cs typeface="Calibri"/>
              </a:rPr>
              <a:t>be used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spc="-15" dirty="0">
                <a:latin typeface="Calibri"/>
                <a:cs typeface="Calibri"/>
              </a:rPr>
              <a:t>focus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attention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inference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mechanism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most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promising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direction</a:t>
            </a:r>
            <a:endParaRPr sz="2400" dirty="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spc="-5" dirty="0">
                <a:latin typeface="Calibri"/>
                <a:cs typeface="Calibri"/>
              </a:rPr>
              <a:t>Acquisitional </a:t>
            </a:r>
            <a:r>
              <a:rPr sz="2400" b="1" spc="-15" dirty="0">
                <a:latin typeface="Calibri"/>
                <a:cs typeface="Calibri"/>
              </a:rPr>
              <a:t>Efficiency: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acquire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easily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583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Knowledge </a:t>
            </a:r>
            <a:r>
              <a:rPr sz="4400" spc="-20" dirty="0"/>
              <a:t>Representation:</a:t>
            </a:r>
            <a:r>
              <a:rPr sz="4400" spc="-45" dirty="0"/>
              <a:t> </a:t>
            </a:r>
            <a:r>
              <a:rPr sz="4400" spc="-50" dirty="0"/>
              <a:t>Types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Simple</a:t>
            </a:r>
            <a:r>
              <a:rPr spc="15" dirty="0"/>
              <a:t> </a:t>
            </a:r>
            <a:r>
              <a:rPr spc="-10" dirty="0"/>
              <a:t>Relational </a:t>
            </a:r>
            <a:r>
              <a:rPr spc="-15" dirty="0"/>
              <a:t>Knowledge</a:t>
            </a:r>
          </a:p>
          <a:p>
            <a:pPr marL="698500" marR="5080" lvl="1" indent="-228600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simplest </a:t>
            </a:r>
            <a:r>
              <a:rPr sz="2400" spc="-25" dirty="0">
                <a:latin typeface="Calibri"/>
                <a:cs typeface="Calibri"/>
              </a:rPr>
              <a:t>way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represent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declarative facts </a:t>
            </a:r>
            <a:r>
              <a:rPr sz="2400" dirty="0">
                <a:latin typeface="Calibri"/>
                <a:cs typeface="Calibri"/>
              </a:rPr>
              <a:t>is as a </a:t>
            </a:r>
            <a:r>
              <a:rPr sz="2400" spc="-5" dirty="0">
                <a:latin typeface="Calibri"/>
                <a:cs typeface="Calibri"/>
              </a:rPr>
              <a:t>set of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 sort used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400"/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41300" algn="l"/>
              </a:tabLst>
            </a:pPr>
            <a:r>
              <a:rPr spc="-5" dirty="0"/>
              <a:t>Inheritable</a:t>
            </a:r>
            <a:r>
              <a:rPr spc="-45" dirty="0"/>
              <a:t> </a:t>
            </a:r>
            <a:r>
              <a:rPr spc="-15" dirty="0"/>
              <a:t>Knowledge</a:t>
            </a:r>
          </a:p>
          <a:p>
            <a:pPr marL="698500" marR="397510" lvl="1" indent="-228600">
              <a:lnSpc>
                <a:spcPts val="2590"/>
              </a:lnSpc>
              <a:spcBef>
                <a:spcPts val="56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Structure must </a:t>
            </a:r>
            <a:r>
              <a:rPr sz="2400" spc="-5" dirty="0">
                <a:latin typeface="Calibri"/>
                <a:cs typeface="Calibri"/>
              </a:rPr>
              <a:t>be designed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 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inference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mechanism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desired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pc="-20" dirty="0"/>
              <a:t>Inferential</a:t>
            </a:r>
            <a:r>
              <a:rPr spc="-25" dirty="0"/>
              <a:t> </a:t>
            </a:r>
            <a:r>
              <a:rPr spc="-15" dirty="0"/>
              <a:t>Knowledge</a:t>
            </a:r>
          </a:p>
          <a:p>
            <a:pPr marL="698500" lvl="1" indent="-2286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formal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logic</a:t>
            </a:r>
            <a:endParaRPr sz="2400">
              <a:latin typeface="Calibri"/>
              <a:cs typeface="Calibri"/>
            </a:endParaRPr>
          </a:p>
          <a:p>
            <a:pPr marL="698500" marR="9525" lvl="1" indent="-228600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Based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0" dirty="0">
                <a:latin typeface="Calibri"/>
                <a:cs typeface="Calibri"/>
              </a:rPr>
              <a:t>reasoning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facts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5" dirty="0">
                <a:latin typeface="Calibri"/>
                <a:cs typeface="Calibri"/>
              </a:rPr>
              <a:t>inferential </a:t>
            </a:r>
            <a:r>
              <a:rPr sz="2400" spc="-5" dirty="0"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Useless unless </a:t>
            </a:r>
            <a:r>
              <a:rPr sz="2400" spc="-10" dirty="0">
                <a:latin typeface="Calibri"/>
                <a:cs typeface="Calibri"/>
              </a:rPr>
              <a:t>there </a:t>
            </a:r>
            <a:r>
              <a:rPr sz="2400" dirty="0">
                <a:latin typeface="Calibri"/>
                <a:cs typeface="Calibri"/>
              </a:rPr>
              <a:t>is also an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inference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procedure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exploit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</a:tabLst>
            </a:pPr>
            <a:r>
              <a:rPr spc="-20" dirty="0"/>
              <a:t>Procedural</a:t>
            </a:r>
            <a:r>
              <a:rPr spc="20" dirty="0"/>
              <a:t> </a:t>
            </a:r>
            <a:r>
              <a:rPr spc="-15" dirty="0"/>
              <a:t>(Imperative)</a:t>
            </a:r>
            <a:r>
              <a:rPr spc="-10" dirty="0"/>
              <a:t> </a:t>
            </a:r>
            <a:r>
              <a:rPr spc="-15" dirty="0"/>
              <a:t>Knowledge</a:t>
            </a:r>
          </a:p>
          <a:p>
            <a:pPr marL="698500" marR="1368425" lvl="1" indent="-228600">
              <a:lnSpc>
                <a:spcPts val="259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exercised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performance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Processed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intelligent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agent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59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Issues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Knowledge</a:t>
            </a:r>
            <a:r>
              <a:rPr sz="4400" spc="10" dirty="0"/>
              <a:t> </a:t>
            </a:r>
            <a:r>
              <a:rPr sz="4400" spc="-25" dirty="0"/>
              <a:t>Representation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57155" cy="32664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attributes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basic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occurred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almost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domain?</a:t>
            </a:r>
            <a:endParaRPr sz="2800">
              <a:latin typeface="Calibri"/>
              <a:cs typeface="Calibri"/>
            </a:endParaRPr>
          </a:p>
          <a:p>
            <a:pPr marL="241300" marR="213995" indent="-228600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among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attributes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should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represented?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should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represented?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relevant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parts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accessed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needed?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60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Semantic</a:t>
            </a:r>
            <a:r>
              <a:rPr sz="4400" spc="-50" dirty="0"/>
              <a:t> </a:t>
            </a:r>
            <a:r>
              <a:rPr sz="4400" spc="-20" dirty="0"/>
              <a:t>Networks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36835" cy="416460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245110" indent="-457200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dirty="0"/>
              <a:t>Semantic networks are alternative of predicate logic for knowledge representation. </a:t>
            </a:r>
          </a:p>
          <a:p>
            <a:pPr marL="469900" marR="245110" indent="-457200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dirty="0"/>
              <a:t>In Semantic networks, we can represent our knowledge in the form of graphical networks. </a:t>
            </a:r>
          </a:p>
          <a:p>
            <a:pPr marL="469900" marR="245110" indent="-457200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dirty="0"/>
              <a:t>This network consists of nodes representing objects and arcs which describe the relationship between those objects. </a:t>
            </a:r>
          </a:p>
          <a:p>
            <a:pPr marL="469900" marR="245110" indent="-457200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dirty="0"/>
              <a:t>Semantic networks can categorize the object in different forms and can also link those objects. </a:t>
            </a:r>
          </a:p>
          <a:p>
            <a:pPr marL="469900" marR="245110" indent="-457200">
              <a:lnSpc>
                <a:spcPts val="3030"/>
              </a:lnSpc>
              <a:spcBef>
                <a:spcPts val="475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dirty="0"/>
              <a:t>Semantic networks are easy to understand and can be easily extended. 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60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Semantic</a:t>
            </a:r>
            <a:r>
              <a:rPr sz="4400" spc="-50" dirty="0"/>
              <a:t> </a:t>
            </a:r>
            <a:r>
              <a:rPr sz="4400" spc="-20" dirty="0"/>
              <a:t>Networks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10027285" cy="50443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r>
              <a:rPr lang="en-US" sz="2800" dirty="0"/>
              <a:t>This representation consist of mainly two types of relations: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IS-A relation (Inheritance)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Kind-of-relation</a:t>
            </a:r>
          </a:p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r>
              <a:rPr lang="en-US" sz="2800" b="1" dirty="0"/>
              <a:t>Statements: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Jerry is a cat.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Jerry is a mammal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Jerry is owned by Priya.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Jerry is brown colored.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All Mammals are animal.</a:t>
            </a:r>
          </a:p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44FF4-6ECA-4904-B3CA-89D4E7FE8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536" y="2514600"/>
            <a:ext cx="6031864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60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Semantic</a:t>
            </a:r>
            <a:r>
              <a:rPr sz="4400" spc="-50" dirty="0"/>
              <a:t> </a:t>
            </a:r>
            <a:r>
              <a:rPr sz="4400" spc="-20" dirty="0"/>
              <a:t>Networks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5480050" y="1526794"/>
            <a:ext cx="1391920" cy="1843405"/>
            <a:chOff x="5480050" y="1526794"/>
            <a:chExt cx="1391920" cy="1843405"/>
          </a:xfrm>
        </p:grpSpPr>
        <p:sp>
          <p:nvSpPr>
            <p:cNvPr id="4" name="object 4"/>
            <p:cNvSpPr/>
            <p:nvPr/>
          </p:nvSpPr>
          <p:spPr>
            <a:xfrm>
              <a:off x="5486400" y="1533144"/>
              <a:ext cx="1379220" cy="661670"/>
            </a:xfrm>
            <a:custGeom>
              <a:avLst/>
              <a:gdLst/>
              <a:ahLst/>
              <a:cxnLst/>
              <a:rect l="l" t="t" r="r" b="b"/>
              <a:pathLst>
                <a:path w="1379220" h="661669">
                  <a:moveTo>
                    <a:pt x="0" y="330707"/>
                  </a:moveTo>
                  <a:lnTo>
                    <a:pt x="11110" y="271267"/>
                  </a:lnTo>
                  <a:lnTo>
                    <a:pt x="43142" y="215320"/>
                  </a:lnTo>
                  <a:lnTo>
                    <a:pt x="94149" y="163801"/>
                  </a:lnTo>
                  <a:lnTo>
                    <a:pt x="126159" y="139994"/>
                  </a:lnTo>
                  <a:lnTo>
                    <a:pt x="162183" y="117644"/>
                  </a:lnTo>
                  <a:lnTo>
                    <a:pt x="201977" y="96869"/>
                  </a:lnTo>
                  <a:lnTo>
                    <a:pt x="245298" y="77784"/>
                  </a:lnTo>
                  <a:lnTo>
                    <a:pt x="291901" y="60507"/>
                  </a:lnTo>
                  <a:lnTo>
                    <a:pt x="341545" y="45155"/>
                  </a:lnTo>
                  <a:lnTo>
                    <a:pt x="393985" y="31844"/>
                  </a:lnTo>
                  <a:lnTo>
                    <a:pt x="448977" y="20692"/>
                  </a:lnTo>
                  <a:lnTo>
                    <a:pt x="506280" y="11814"/>
                  </a:lnTo>
                  <a:lnTo>
                    <a:pt x="565648" y="5328"/>
                  </a:lnTo>
                  <a:lnTo>
                    <a:pt x="626839" y="1351"/>
                  </a:lnTo>
                  <a:lnTo>
                    <a:pt x="689610" y="0"/>
                  </a:lnTo>
                  <a:lnTo>
                    <a:pt x="752380" y="1351"/>
                  </a:lnTo>
                  <a:lnTo>
                    <a:pt x="813571" y="5328"/>
                  </a:lnTo>
                  <a:lnTo>
                    <a:pt x="872939" y="11814"/>
                  </a:lnTo>
                  <a:lnTo>
                    <a:pt x="930242" y="20692"/>
                  </a:lnTo>
                  <a:lnTo>
                    <a:pt x="985234" y="31844"/>
                  </a:lnTo>
                  <a:lnTo>
                    <a:pt x="1037674" y="45155"/>
                  </a:lnTo>
                  <a:lnTo>
                    <a:pt x="1087318" y="60507"/>
                  </a:lnTo>
                  <a:lnTo>
                    <a:pt x="1133921" y="77784"/>
                  </a:lnTo>
                  <a:lnTo>
                    <a:pt x="1177242" y="96869"/>
                  </a:lnTo>
                  <a:lnTo>
                    <a:pt x="1217036" y="117644"/>
                  </a:lnTo>
                  <a:lnTo>
                    <a:pt x="1253060" y="139994"/>
                  </a:lnTo>
                  <a:lnTo>
                    <a:pt x="1285070" y="163801"/>
                  </a:lnTo>
                  <a:lnTo>
                    <a:pt x="1336077" y="215320"/>
                  </a:lnTo>
                  <a:lnTo>
                    <a:pt x="1368109" y="271267"/>
                  </a:lnTo>
                  <a:lnTo>
                    <a:pt x="1379220" y="330707"/>
                  </a:lnTo>
                  <a:lnTo>
                    <a:pt x="1376401" y="360806"/>
                  </a:lnTo>
                  <a:lnTo>
                    <a:pt x="1354587" y="418616"/>
                  </a:lnTo>
                  <a:lnTo>
                    <a:pt x="1312824" y="472466"/>
                  </a:lnTo>
                  <a:lnTo>
                    <a:pt x="1253060" y="521421"/>
                  </a:lnTo>
                  <a:lnTo>
                    <a:pt x="1217036" y="543771"/>
                  </a:lnTo>
                  <a:lnTo>
                    <a:pt x="1177242" y="564546"/>
                  </a:lnTo>
                  <a:lnTo>
                    <a:pt x="1133921" y="583631"/>
                  </a:lnTo>
                  <a:lnTo>
                    <a:pt x="1087318" y="600908"/>
                  </a:lnTo>
                  <a:lnTo>
                    <a:pt x="1037674" y="616260"/>
                  </a:lnTo>
                  <a:lnTo>
                    <a:pt x="985234" y="629571"/>
                  </a:lnTo>
                  <a:lnTo>
                    <a:pt x="930242" y="640723"/>
                  </a:lnTo>
                  <a:lnTo>
                    <a:pt x="872939" y="649601"/>
                  </a:lnTo>
                  <a:lnTo>
                    <a:pt x="813571" y="656087"/>
                  </a:lnTo>
                  <a:lnTo>
                    <a:pt x="752380" y="660064"/>
                  </a:lnTo>
                  <a:lnTo>
                    <a:pt x="689610" y="661415"/>
                  </a:lnTo>
                  <a:lnTo>
                    <a:pt x="626839" y="660064"/>
                  </a:lnTo>
                  <a:lnTo>
                    <a:pt x="565648" y="656087"/>
                  </a:lnTo>
                  <a:lnTo>
                    <a:pt x="506280" y="649601"/>
                  </a:lnTo>
                  <a:lnTo>
                    <a:pt x="448977" y="640723"/>
                  </a:lnTo>
                  <a:lnTo>
                    <a:pt x="393985" y="629571"/>
                  </a:lnTo>
                  <a:lnTo>
                    <a:pt x="341545" y="616260"/>
                  </a:lnTo>
                  <a:lnTo>
                    <a:pt x="291901" y="600908"/>
                  </a:lnTo>
                  <a:lnTo>
                    <a:pt x="245298" y="583631"/>
                  </a:lnTo>
                  <a:lnTo>
                    <a:pt x="201977" y="564546"/>
                  </a:lnTo>
                  <a:lnTo>
                    <a:pt x="162183" y="543771"/>
                  </a:lnTo>
                  <a:lnTo>
                    <a:pt x="126159" y="521421"/>
                  </a:lnTo>
                  <a:lnTo>
                    <a:pt x="94149" y="497614"/>
                  </a:lnTo>
                  <a:lnTo>
                    <a:pt x="43142" y="446095"/>
                  </a:lnTo>
                  <a:lnTo>
                    <a:pt x="11110" y="390148"/>
                  </a:lnTo>
                  <a:lnTo>
                    <a:pt x="0" y="3307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5371" y="1789176"/>
              <a:ext cx="730421" cy="1600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0" y="2702052"/>
              <a:ext cx="1379220" cy="661670"/>
            </a:xfrm>
            <a:custGeom>
              <a:avLst/>
              <a:gdLst/>
              <a:ahLst/>
              <a:cxnLst/>
              <a:rect l="l" t="t" r="r" b="b"/>
              <a:pathLst>
                <a:path w="1379220" h="661670">
                  <a:moveTo>
                    <a:pt x="0" y="330708"/>
                  </a:moveTo>
                  <a:lnTo>
                    <a:pt x="11110" y="271267"/>
                  </a:lnTo>
                  <a:lnTo>
                    <a:pt x="43142" y="215320"/>
                  </a:lnTo>
                  <a:lnTo>
                    <a:pt x="94149" y="163801"/>
                  </a:lnTo>
                  <a:lnTo>
                    <a:pt x="126159" y="139994"/>
                  </a:lnTo>
                  <a:lnTo>
                    <a:pt x="162183" y="117644"/>
                  </a:lnTo>
                  <a:lnTo>
                    <a:pt x="201977" y="96869"/>
                  </a:lnTo>
                  <a:lnTo>
                    <a:pt x="245298" y="77784"/>
                  </a:lnTo>
                  <a:lnTo>
                    <a:pt x="291901" y="60507"/>
                  </a:lnTo>
                  <a:lnTo>
                    <a:pt x="341545" y="45155"/>
                  </a:lnTo>
                  <a:lnTo>
                    <a:pt x="393985" y="31844"/>
                  </a:lnTo>
                  <a:lnTo>
                    <a:pt x="448977" y="20692"/>
                  </a:lnTo>
                  <a:lnTo>
                    <a:pt x="506280" y="11814"/>
                  </a:lnTo>
                  <a:lnTo>
                    <a:pt x="565648" y="5328"/>
                  </a:lnTo>
                  <a:lnTo>
                    <a:pt x="626839" y="1351"/>
                  </a:lnTo>
                  <a:lnTo>
                    <a:pt x="689610" y="0"/>
                  </a:lnTo>
                  <a:lnTo>
                    <a:pt x="752380" y="1351"/>
                  </a:lnTo>
                  <a:lnTo>
                    <a:pt x="813571" y="5328"/>
                  </a:lnTo>
                  <a:lnTo>
                    <a:pt x="872939" y="11814"/>
                  </a:lnTo>
                  <a:lnTo>
                    <a:pt x="930242" y="20692"/>
                  </a:lnTo>
                  <a:lnTo>
                    <a:pt x="985234" y="31844"/>
                  </a:lnTo>
                  <a:lnTo>
                    <a:pt x="1037674" y="45155"/>
                  </a:lnTo>
                  <a:lnTo>
                    <a:pt x="1087318" y="60507"/>
                  </a:lnTo>
                  <a:lnTo>
                    <a:pt x="1133921" y="77784"/>
                  </a:lnTo>
                  <a:lnTo>
                    <a:pt x="1177242" y="96869"/>
                  </a:lnTo>
                  <a:lnTo>
                    <a:pt x="1217036" y="117644"/>
                  </a:lnTo>
                  <a:lnTo>
                    <a:pt x="1253060" y="139994"/>
                  </a:lnTo>
                  <a:lnTo>
                    <a:pt x="1285070" y="163801"/>
                  </a:lnTo>
                  <a:lnTo>
                    <a:pt x="1336077" y="215320"/>
                  </a:lnTo>
                  <a:lnTo>
                    <a:pt x="1368109" y="271267"/>
                  </a:lnTo>
                  <a:lnTo>
                    <a:pt x="1379220" y="330708"/>
                  </a:lnTo>
                  <a:lnTo>
                    <a:pt x="1376401" y="360806"/>
                  </a:lnTo>
                  <a:lnTo>
                    <a:pt x="1354587" y="418616"/>
                  </a:lnTo>
                  <a:lnTo>
                    <a:pt x="1312824" y="472466"/>
                  </a:lnTo>
                  <a:lnTo>
                    <a:pt x="1253060" y="521421"/>
                  </a:lnTo>
                  <a:lnTo>
                    <a:pt x="1217036" y="543771"/>
                  </a:lnTo>
                  <a:lnTo>
                    <a:pt x="1177242" y="564546"/>
                  </a:lnTo>
                  <a:lnTo>
                    <a:pt x="1133921" y="583631"/>
                  </a:lnTo>
                  <a:lnTo>
                    <a:pt x="1087318" y="600908"/>
                  </a:lnTo>
                  <a:lnTo>
                    <a:pt x="1037674" y="616260"/>
                  </a:lnTo>
                  <a:lnTo>
                    <a:pt x="985234" y="629571"/>
                  </a:lnTo>
                  <a:lnTo>
                    <a:pt x="930242" y="640723"/>
                  </a:lnTo>
                  <a:lnTo>
                    <a:pt x="872939" y="649601"/>
                  </a:lnTo>
                  <a:lnTo>
                    <a:pt x="813571" y="656087"/>
                  </a:lnTo>
                  <a:lnTo>
                    <a:pt x="752380" y="660064"/>
                  </a:lnTo>
                  <a:lnTo>
                    <a:pt x="689610" y="661415"/>
                  </a:lnTo>
                  <a:lnTo>
                    <a:pt x="626839" y="660064"/>
                  </a:lnTo>
                  <a:lnTo>
                    <a:pt x="565648" y="656087"/>
                  </a:lnTo>
                  <a:lnTo>
                    <a:pt x="506280" y="649601"/>
                  </a:lnTo>
                  <a:lnTo>
                    <a:pt x="448977" y="640723"/>
                  </a:lnTo>
                  <a:lnTo>
                    <a:pt x="393985" y="629571"/>
                  </a:lnTo>
                  <a:lnTo>
                    <a:pt x="341545" y="616260"/>
                  </a:lnTo>
                  <a:lnTo>
                    <a:pt x="291901" y="600908"/>
                  </a:lnTo>
                  <a:lnTo>
                    <a:pt x="245298" y="583631"/>
                  </a:lnTo>
                  <a:lnTo>
                    <a:pt x="201977" y="564546"/>
                  </a:lnTo>
                  <a:lnTo>
                    <a:pt x="162183" y="543771"/>
                  </a:lnTo>
                  <a:lnTo>
                    <a:pt x="126159" y="521421"/>
                  </a:lnTo>
                  <a:lnTo>
                    <a:pt x="94149" y="497614"/>
                  </a:lnTo>
                  <a:lnTo>
                    <a:pt x="43142" y="446095"/>
                  </a:lnTo>
                  <a:lnTo>
                    <a:pt x="11110" y="390148"/>
                  </a:lnTo>
                  <a:lnTo>
                    <a:pt x="0" y="3307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3684" y="2960043"/>
              <a:ext cx="658368" cy="16508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826378" y="2867914"/>
            <a:ext cx="700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um</a:t>
            </a:r>
            <a:r>
              <a:rPr sz="1800" dirty="0">
                <a:latin typeface="Calibri"/>
                <a:cs typeface="Calibri"/>
              </a:rPr>
              <a:t>an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00829" y="3863085"/>
            <a:ext cx="1391920" cy="674370"/>
            <a:chOff x="4100829" y="3863085"/>
            <a:chExt cx="1391920" cy="674370"/>
          </a:xfrm>
        </p:grpSpPr>
        <p:sp>
          <p:nvSpPr>
            <p:cNvPr id="10" name="object 10"/>
            <p:cNvSpPr/>
            <p:nvPr/>
          </p:nvSpPr>
          <p:spPr>
            <a:xfrm>
              <a:off x="4107179" y="3869435"/>
              <a:ext cx="1379220" cy="661670"/>
            </a:xfrm>
            <a:custGeom>
              <a:avLst/>
              <a:gdLst/>
              <a:ahLst/>
              <a:cxnLst/>
              <a:rect l="l" t="t" r="r" b="b"/>
              <a:pathLst>
                <a:path w="1379220" h="661670">
                  <a:moveTo>
                    <a:pt x="0" y="330707"/>
                  </a:moveTo>
                  <a:lnTo>
                    <a:pt x="11110" y="271267"/>
                  </a:lnTo>
                  <a:lnTo>
                    <a:pt x="43142" y="215320"/>
                  </a:lnTo>
                  <a:lnTo>
                    <a:pt x="94149" y="163801"/>
                  </a:lnTo>
                  <a:lnTo>
                    <a:pt x="126159" y="139994"/>
                  </a:lnTo>
                  <a:lnTo>
                    <a:pt x="162183" y="117644"/>
                  </a:lnTo>
                  <a:lnTo>
                    <a:pt x="201977" y="96869"/>
                  </a:lnTo>
                  <a:lnTo>
                    <a:pt x="245298" y="77784"/>
                  </a:lnTo>
                  <a:lnTo>
                    <a:pt x="291901" y="60507"/>
                  </a:lnTo>
                  <a:lnTo>
                    <a:pt x="341545" y="45155"/>
                  </a:lnTo>
                  <a:lnTo>
                    <a:pt x="393985" y="31844"/>
                  </a:lnTo>
                  <a:lnTo>
                    <a:pt x="448977" y="20692"/>
                  </a:lnTo>
                  <a:lnTo>
                    <a:pt x="506280" y="11814"/>
                  </a:lnTo>
                  <a:lnTo>
                    <a:pt x="565648" y="5328"/>
                  </a:lnTo>
                  <a:lnTo>
                    <a:pt x="626839" y="1351"/>
                  </a:lnTo>
                  <a:lnTo>
                    <a:pt x="689610" y="0"/>
                  </a:lnTo>
                  <a:lnTo>
                    <a:pt x="752380" y="1351"/>
                  </a:lnTo>
                  <a:lnTo>
                    <a:pt x="813571" y="5328"/>
                  </a:lnTo>
                  <a:lnTo>
                    <a:pt x="872939" y="11814"/>
                  </a:lnTo>
                  <a:lnTo>
                    <a:pt x="930242" y="20692"/>
                  </a:lnTo>
                  <a:lnTo>
                    <a:pt x="985234" y="31844"/>
                  </a:lnTo>
                  <a:lnTo>
                    <a:pt x="1037674" y="45155"/>
                  </a:lnTo>
                  <a:lnTo>
                    <a:pt x="1087318" y="60507"/>
                  </a:lnTo>
                  <a:lnTo>
                    <a:pt x="1133921" y="77784"/>
                  </a:lnTo>
                  <a:lnTo>
                    <a:pt x="1177242" y="96869"/>
                  </a:lnTo>
                  <a:lnTo>
                    <a:pt x="1217036" y="117644"/>
                  </a:lnTo>
                  <a:lnTo>
                    <a:pt x="1253060" y="139994"/>
                  </a:lnTo>
                  <a:lnTo>
                    <a:pt x="1285070" y="163801"/>
                  </a:lnTo>
                  <a:lnTo>
                    <a:pt x="1336077" y="215320"/>
                  </a:lnTo>
                  <a:lnTo>
                    <a:pt x="1368109" y="271267"/>
                  </a:lnTo>
                  <a:lnTo>
                    <a:pt x="1379220" y="330707"/>
                  </a:lnTo>
                  <a:lnTo>
                    <a:pt x="1376401" y="360806"/>
                  </a:lnTo>
                  <a:lnTo>
                    <a:pt x="1354587" y="418616"/>
                  </a:lnTo>
                  <a:lnTo>
                    <a:pt x="1312824" y="472466"/>
                  </a:lnTo>
                  <a:lnTo>
                    <a:pt x="1253060" y="521421"/>
                  </a:lnTo>
                  <a:lnTo>
                    <a:pt x="1217036" y="543771"/>
                  </a:lnTo>
                  <a:lnTo>
                    <a:pt x="1177242" y="564546"/>
                  </a:lnTo>
                  <a:lnTo>
                    <a:pt x="1133921" y="583631"/>
                  </a:lnTo>
                  <a:lnTo>
                    <a:pt x="1087318" y="600908"/>
                  </a:lnTo>
                  <a:lnTo>
                    <a:pt x="1037674" y="616260"/>
                  </a:lnTo>
                  <a:lnTo>
                    <a:pt x="985234" y="629571"/>
                  </a:lnTo>
                  <a:lnTo>
                    <a:pt x="930242" y="640723"/>
                  </a:lnTo>
                  <a:lnTo>
                    <a:pt x="872939" y="649601"/>
                  </a:lnTo>
                  <a:lnTo>
                    <a:pt x="813571" y="656087"/>
                  </a:lnTo>
                  <a:lnTo>
                    <a:pt x="752380" y="660064"/>
                  </a:lnTo>
                  <a:lnTo>
                    <a:pt x="689610" y="661415"/>
                  </a:lnTo>
                  <a:lnTo>
                    <a:pt x="626839" y="660064"/>
                  </a:lnTo>
                  <a:lnTo>
                    <a:pt x="565648" y="656087"/>
                  </a:lnTo>
                  <a:lnTo>
                    <a:pt x="506280" y="649601"/>
                  </a:lnTo>
                  <a:lnTo>
                    <a:pt x="448977" y="640723"/>
                  </a:lnTo>
                  <a:lnTo>
                    <a:pt x="393985" y="629571"/>
                  </a:lnTo>
                  <a:lnTo>
                    <a:pt x="341545" y="616260"/>
                  </a:lnTo>
                  <a:lnTo>
                    <a:pt x="291901" y="600908"/>
                  </a:lnTo>
                  <a:lnTo>
                    <a:pt x="245298" y="583631"/>
                  </a:lnTo>
                  <a:lnTo>
                    <a:pt x="201977" y="564546"/>
                  </a:lnTo>
                  <a:lnTo>
                    <a:pt x="162183" y="543771"/>
                  </a:lnTo>
                  <a:lnTo>
                    <a:pt x="126159" y="521421"/>
                  </a:lnTo>
                  <a:lnTo>
                    <a:pt x="94149" y="497614"/>
                  </a:lnTo>
                  <a:lnTo>
                    <a:pt x="43142" y="446095"/>
                  </a:lnTo>
                  <a:lnTo>
                    <a:pt x="11110" y="390148"/>
                  </a:lnTo>
                  <a:lnTo>
                    <a:pt x="0" y="3307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1415" y="4115194"/>
              <a:ext cx="667511" cy="17883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447413" y="4036567"/>
            <a:ext cx="700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F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5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59269" y="3863085"/>
            <a:ext cx="1390650" cy="674370"/>
            <a:chOff x="6859269" y="3863085"/>
            <a:chExt cx="1390650" cy="674370"/>
          </a:xfrm>
        </p:grpSpPr>
        <p:sp>
          <p:nvSpPr>
            <p:cNvPr id="14" name="object 14"/>
            <p:cNvSpPr/>
            <p:nvPr/>
          </p:nvSpPr>
          <p:spPr>
            <a:xfrm>
              <a:off x="6865619" y="3869435"/>
              <a:ext cx="1377950" cy="661670"/>
            </a:xfrm>
            <a:custGeom>
              <a:avLst/>
              <a:gdLst/>
              <a:ahLst/>
              <a:cxnLst/>
              <a:rect l="l" t="t" r="r" b="b"/>
              <a:pathLst>
                <a:path w="1377950" h="661670">
                  <a:moveTo>
                    <a:pt x="0" y="330707"/>
                  </a:moveTo>
                  <a:lnTo>
                    <a:pt x="11096" y="271267"/>
                  </a:lnTo>
                  <a:lnTo>
                    <a:pt x="43090" y="215320"/>
                  </a:lnTo>
                  <a:lnTo>
                    <a:pt x="94036" y="163801"/>
                  </a:lnTo>
                  <a:lnTo>
                    <a:pt x="126009" y="139994"/>
                  </a:lnTo>
                  <a:lnTo>
                    <a:pt x="161991" y="117644"/>
                  </a:lnTo>
                  <a:lnTo>
                    <a:pt x="201739" y="96869"/>
                  </a:lnTo>
                  <a:lnTo>
                    <a:pt x="245010" y="77784"/>
                  </a:lnTo>
                  <a:lnTo>
                    <a:pt x="291561" y="60507"/>
                  </a:lnTo>
                  <a:lnTo>
                    <a:pt x="341150" y="45155"/>
                  </a:lnTo>
                  <a:lnTo>
                    <a:pt x="393532" y="31844"/>
                  </a:lnTo>
                  <a:lnTo>
                    <a:pt x="448465" y="20692"/>
                  </a:lnTo>
                  <a:lnTo>
                    <a:pt x="505706" y="11814"/>
                  </a:lnTo>
                  <a:lnTo>
                    <a:pt x="565013" y="5328"/>
                  </a:lnTo>
                  <a:lnTo>
                    <a:pt x="626141" y="1351"/>
                  </a:lnTo>
                  <a:lnTo>
                    <a:pt x="688848" y="0"/>
                  </a:lnTo>
                  <a:lnTo>
                    <a:pt x="751554" y="1351"/>
                  </a:lnTo>
                  <a:lnTo>
                    <a:pt x="812682" y="5328"/>
                  </a:lnTo>
                  <a:lnTo>
                    <a:pt x="871989" y="11814"/>
                  </a:lnTo>
                  <a:lnTo>
                    <a:pt x="929230" y="20692"/>
                  </a:lnTo>
                  <a:lnTo>
                    <a:pt x="984163" y="31844"/>
                  </a:lnTo>
                  <a:lnTo>
                    <a:pt x="1036545" y="45155"/>
                  </a:lnTo>
                  <a:lnTo>
                    <a:pt x="1086134" y="60507"/>
                  </a:lnTo>
                  <a:lnTo>
                    <a:pt x="1132685" y="77784"/>
                  </a:lnTo>
                  <a:lnTo>
                    <a:pt x="1175956" y="96869"/>
                  </a:lnTo>
                  <a:lnTo>
                    <a:pt x="1215704" y="117644"/>
                  </a:lnTo>
                  <a:lnTo>
                    <a:pt x="1251686" y="139994"/>
                  </a:lnTo>
                  <a:lnTo>
                    <a:pt x="1283659" y="163801"/>
                  </a:lnTo>
                  <a:lnTo>
                    <a:pt x="1334605" y="215320"/>
                  </a:lnTo>
                  <a:lnTo>
                    <a:pt x="1366599" y="271267"/>
                  </a:lnTo>
                  <a:lnTo>
                    <a:pt x="1377696" y="330707"/>
                  </a:lnTo>
                  <a:lnTo>
                    <a:pt x="1374881" y="360806"/>
                  </a:lnTo>
                  <a:lnTo>
                    <a:pt x="1353093" y="418616"/>
                  </a:lnTo>
                  <a:lnTo>
                    <a:pt x="1311380" y="472466"/>
                  </a:lnTo>
                  <a:lnTo>
                    <a:pt x="1251686" y="521421"/>
                  </a:lnTo>
                  <a:lnTo>
                    <a:pt x="1215704" y="543771"/>
                  </a:lnTo>
                  <a:lnTo>
                    <a:pt x="1175956" y="564546"/>
                  </a:lnTo>
                  <a:lnTo>
                    <a:pt x="1132685" y="583631"/>
                  </a:lnTo>
                  <a:lnTo>
                    <a:pt x="1086134" y="600908"/>
                  </a:lnTo>
                  <a:lnTo>
                    <a:pt x="1036545" y="616260"/>
                  </a:lnTo>
                  <a:lnTo>
                    <a:pt x="984163" y="629571"/>
                  </a:lnTo>
                  <a:lnTo>
                    <a:pt x="929230" y="640723"/>
                  </a:lnTo>
                  <a:lnTo>
                    <a:pt x="871989" y="649601"/>
                  </a:lnTo>
                  <a:lnTo>
                    <a:pt x="812682" y="656087"/>
                  </a:lnTo>
                  <a:lnTo>
                    <a:pt x="751554" y="660064"/>
                  </a:lnTo>
                  <a:lnTo>
                    <a:pt x="688848" y="661415"/>
                  </a:lnTo>
                  <a:lnTo>
                    <a:pt x="626141" y="660064"/>
                  </a:lnTo>
                  <a:lnTo>
                    <a:pt x="565013" y="656087"/>
                  </a:lnTo>
                  <a:lnTo>
                    <a:pt x="505706" y="649601"/>
                  </a:lnTo>
                  <a:lnTo>
                    <a:pt x="448465" y="640723"/>
                  </a:lnTo>
                  <a:lnTo>
                    <a:pt x="393532" y="629571"/>
                  </a:lnTo>
                  <a:lnTo>
                    <a:pt x="341150" y="616260"/>
                  </a:lnTo>
                  <a:lnTo>
                    <a:pt x="291561" y="600908"/>
                  </a:lnTo>
                  <a:lnTo>
                    <a:pt x="245010" y="583631"/>
                  </a:lnTo>
                  <a:lnTo>
                    <a:pt x="201739" y="564546"/>
                  </a:lnTo>
                  <a:lnTo>
                    <a:pt x="161991" y="543771"/>
                  </a:lnTo>
                  <a:lnTo>
                    <a:pt x="126009" y="521421"/>
                  </a:lnTo>
                  <a:lnTo>
                    <a:pt x="94036" y="497614"/>
                  </a:lnTo>
                  <a:lnTo>
                    <a:pt x="43090" y="446095"/>
                  </a:lnTo>
                  <a:lnTo>
                    <a:pt x="11096" y="390148"/>
                  </a:lnTo>
                  <a:lnTo>
                    <a:pt x="0" y="3307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0753" y="4115194"/>
              <a:ext cx="462677" cy="17883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307326" y="4036567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Ma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00829" y="5031994"/>
            <a:ext cx="1391920" cy="674370"/>
            <a:chOff x="4100829" y="5031994"/>
            <a:chExt cx="1391920" cy="674370"/>
          </a:xfrm>
        </p:grpSpPr>
        <p:sp>
          <p:nvSpPr>
            <p:cNvPr id="18" name="object 18"/>
            <p:cNvSpPr/>
            <p:nvPr/>
          </p:nvSpPr>
          <p:spPr>
            <a:xfrm>
              <a:off x="4107179" y="5038344"/>
              <a:ext cx="1379220" cy="661670"/>
            </a:xfrm>
            <a:custGeom>
              <a:avLst/>
              <a:gdLst/>
              <a:ahLst/>
              <a:cxnLst/>
              <a:rect l="l" t="t" r="r" b="b"/>
              <a:pathLst>
                <a:path w="1379220" h="661670">
                  <a:moveTo>
                    <a:pt x="0" y="330707"/>
                  </a:moveTo>
                  <a:lnTo>
                    <a:pt x="11110" y="271267"/>
                  </a:lnTo>
                  <a:lnTo>
                    <a:pt x="43142" y="215320"/>
                  </a:lnTo>
                  <a:lnTo>
                    <a:pt x="94149" y="163801"/>
                  </a:lnTo>
                  <a:lnTo>
                    <a:pt x="126159" y="139994"/>
                  </a:lnTo>
                  <a:lnTo>
                    <a:pt x="162183" y="117644"/>
                  </a:lnTo>
                  <a:lnTo>
                    <a:pt x="201977" y="96869"/>
                  </a:lnTo>
                  <a:lnTo>
                    <a:pt x="245298" y="77784"/>
                  </a:lnTo>
                  <a:lnTo>
                    <a:pt x="291901" y="60507"/>
                  </a:lnTo>
                  <a:lnTo>
                    <a:pt x="341545" y="45155"/>
                  </a:lnTo>
                  <a:lnTo>
                    <a:pt x="393985" y="31844"/>
                  </a:lnTo>
                  <a:lnTo>
                    <a:pt x="448977" y="20692"/>
                  </a:lnTo>
                  <a:lnTo>
                    <a:pt x="506280" y="11814"/>
                  </a:lnTo>
                  <a:lnTo>
                    <a:pt x="565648" y="5328"/>
                  </a:lnTo>
                  <a:lnTo>
                    <a:pt x="626839" y="1351"/>
                  </a:lnTo>
                  <a:lnTo>
                    <a:pt x="689610" y="0"/>
                  </a:lnTo>
                  <a:lnTo>
                    <a:pt x="752380" y="1351"/>
                  </a:lnTo>
                  <a:lnTo>
                    <a:pt x="813571" y="5328"/>
                  </a:lnTo>
                  <a:lnTo>
                    <a:pt x="872939" y="11814"/>
                  </a:lnTo>
                  <a:lnTo>
                    <a:pt x="930242" y="20692"/>
                  </a:lnTo>
                  <a:lnTo>
                    <a:pt x="985234" y="31844"/>
                  </a:lnTo>
                  <a:lnTo>
                    <a:pt x="1037674" y="45155"/>
                  </a:lnTo>
                  <a:lnTo>
                    <a:pt x="1087318" y="60507"/>
                  </a:lnTo>
                  <a:lnTo>
                    <a:pt x="1133921" y="77784"/>
                  </a:lnTo>
                  <a:lnTo>
                    <a:pt x="1177242" y="96869"/>
                  </a:lnTo>
                  <a:lnTo>
                    <a:pt x="1217036" y="117644"/>
                  </a:lnTo>
                  <a:lnTo>
                    <a:pt x="1253060" y="139994"/>
                  </a:lnTo>
                  <a:lnTo>
                    <a:pt x="1285070" y="163801"/>
                  </a:lnTo>
                  <a:lnTo>
                    <a:pt x="1336077" y="215320"/>
                  </a:lnTo>
                  <a:lnTo>
                    <a:pt x="1368109" y="271267"/>
                  </a:lnTo>
                  <a:lnTo>
                    <a:pt x="1379220" y="330707"/>
                  </a:lnTo>
                  <a:lnTo>
                    <a:pt x="1376401" y="360806"/>
                  </a:lnTo>
                  <a:lnTo>
                    <a:pt x="1354587" y="418616"/>
                  </a:lnTo>
                  <a:lnTo>
                    <a:pt x="1312824" y="472466"/>
                  </a:lnTo>
                  <a:lnTo>
                    <a:pt x="1253060" y="521421"/>
                  </a:lnTo>
                  <a:lnTo>
                    <a:pt x="1217036" y="543771"/>
                  </a:lnTo>
                  <a:lnTo>
                    <a:pt x="1177242" y="564546"/>
                  </a:lnTo>
                  <a:lnTo>
                    <a:pt x="1133921" y="583631"/>
                  </a:lnTo>
                  <a:lnTo>
                    <a:pt x="1087318" y="600908"/>
                  </a:lnTo>
                  <a:lnTo>
                    <a:pt x="1037674" y="616260"/>
                  </a:lnTo>
                  <a:lnTo>
                    <a:pt x="985234" y="629571"/>
                  </a:lnTo>
                  <a:lnTo>
                    <a:pt x="930242" y="640723"/>
                  </a:lnTo>
                  <a:lnTo>
                    <a:pt x="872939" y="649601"/>
                  </a:lnTo>
                  <a:lnTo>
                    <a:pt x="813571" y="656087"/>
                  </a:lnTo>
                  <a:lnTo>
                    <a:pt x="752380" y="660064"/>
                  </a:lnTo>
                  <a:lnTo>
                    <a:pt x="689610" y="661415"/>
                  </a:lnTo>
                  <a:lnTo>
                    <a:pt x="626839" y="660064"/>
                  </a:lnTo>
                  <a:lnTo>
                    <a:pt x="565648" y="656087"/>
                  </a:lnTo>
                  <a:lnTo>
                    <a:pt x="506280" y="649601"/>
                  </a:lnTo>
                  <a:lnTo>
                    <a:pt x="448977" y="640723"/>
                  </a:lnTo>
                  <a:lnTo>
                    <a:pt x="393985" y="629571"/>
                  </a:lnTo>
                  <a:lnTo>
                    <a:pt x="341545" y="616260"/>
                  </a:lnTo>
                  <a:lnTo>
                    <a:pt x="291901" y="600908"/>
                  </a:lnTo>
                  <a:lnTo>
                    <a:pt x="245298" y="583631"/>
                  </a:lnTo>
                  <a:lnTo>
                    <a:pt x="201977" y="564546"/>
                  </a:lnTo>
                  <a:lnTo>
                    <a:pt x="162183" y="543771"/>
                  </a:lnTo>
                  <a:lnTo>
                    <a:pt x="126159" y="521421"/>
                  </a:lnTo>
                  <a:lnTo>
                    <a:pt x="94149" y="497614"/>
                  </a:lnTo>
                  <a:lnTo>
                    <a:pt x="43142" y="446095"/>
                  </a:lnTo>
                  <a:lnTo>
                    <a:pt x="11110" y="390148"/>
                  </a:lnTo>
                  <a:lnTo>
                    <a:pt x="0" y="3307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4744" y="5291749"/>
              <a:ext cx="447156" cy="16966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60570" y="5204536"/>
            <a:ext cx="4749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ma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59269" y="5031994"/>
            <a:ext cx="1390650" cy="674370"/>
            <a:chOff x="6859269" y="5031994"/>
            <a:chExt cx="1390650" cy="674370"/>
          </a:xfrm>
        </p:grpSpPr>
        <p:sp>
          <p:nvSpPr>
            <p:cNvPr id="22" name="object 22"/>
            <p:cNvSpPr/>
            <p:nvPr/>
          </p:nvSpPr>
          <p:spPr>
            <a:xfrm>
              <a:off x="6865619" y="5038344"/>
              <a:ext cx="1377950" cy="661670"/>
            </a:xfrm>
            <a:custGeom>
              <a:avLst/>
              <a:gdLst/>
              <a:ahLst/>
              <a:cxnLst/>
              <a:rect l="l" t="t" r="r" b="b"/>
              <a:pathLst>
                <a:path w="1377950" h="661670">
                  <a:moveTo>
                    <a:pt x="0" y="330707"/>
                  </a:moveTo>
                  <a:lnTo>
                    <a:pt x="11096" y="271267"/>
                  </a:lnTo>
                  <a:lnTo>
                    <a:pt x="43090" y="215320"/>
                  </a:lnTo>
                  <a:lnTo>
                    <a:pt x="94036" y="163801"/>
                  </a:lnTo>
                  <a:lnTo>
                    <a:pt x="126009" y="139994"/>
                  </a:lnTo>
                  <a:lnTo>
                    <a:pt x="161991" y="117644"/>
                  </a:lnTo>
                  <a:lnTo>
                    <a:pt x="201739" y="96869"/>
                  </a:lnTo>
                  <a:lnTo>
                    <a:pt x="245010" y="77784"/>
                  </a:lnTo>
                  <a:lnTo>
                    <a:pt x="291561" y="60507"/>
                  </a:lnTo>
                  <a:lnTo>
                    <a:pt x="341150" y="45155"/>
                  </a:lnTo>
                  <a:lnTo>
                    <a:pt x="393532" y="31844"/>
                  </a:lnTo>
                  <a:lnTo>
                    <a:pt x="448465" y="20692"/>
                  </a:lnTo>
                  <a:lnTo>
                    <a:pt x="505706" y="11814"/>
                  </a:lnTo>
                  <a:lnTo>
                    <a:pt x="565013" y="5328"/>
                  </a:lnTo>
                  <a:lnTo>
                    <a:pt x="626141" y="1351"/>
                  </a:lnTo>
                  <a:lnTo>
                    <a:pt x="688848" y="0"/>
                  </a:lnTo>
                  <a:lnTo>
                    <a:pt x="751554" y="1351"/>
                  </a:lnTo>
                  <a:lnTo>
                    <a:pt x="812682" y="5328"/>
                  </a:lnTo>
                  <a:lnTo>
                    <a:pt x="871989" y="11814"/>
                  </a:lnTo>
                  <a:lnTo>
                    <a:pt x="929230" y="20692"/>
                  </a:lnTo>
                  <a:lnTo>
                    <a:pt x="984163" y="31844"/>
                  </a:lnTo>
                  <a:lnTo>
                    <a:pt x="1036545" y="45155"/>
                  </a:lnTo>
                  <a:lnTo>
                    <a:pt x="1086134" y="60507"/>
                  </a:lnTo>
                  <a:lnTo>
                    <a:pt x="1132685" y="77784"/>
                  </a:lnTo>
                  <a:lnTo>
                    <a:pt x="1175956" y="96869"/>
                  </a:lnTo>
                  <a:lnTo>
                    <a:pt x="1215704" y="117644"/>
                  </a:lnTo>
                  <a:lnTo>
                    <a:pt x="1251686" y="139994"/>
                  </a:lnTo>
                  <a:lnTo>
                    <a:pt x="1283659" y="163801"/>
                  </a:lnTo>
                  <a:lnTo>
                    <a:pt x="1334605" y="215320"/>
                  </a:lnTo>
                  <a:lnTo>
                    <a:pt x="1366599" y="271267"/>
                  </a:lnTo>
                  <a:lnTo>
                    <a:pt x="1377696" y="330707"/>
                  </a:lnTo>
                  <a:lnTo>
                    <a:pt x="1374881" y="360806"/>
                  </a:lnTo>
                  <a:lnTo>
                    <a:pt x="1353093" y="418616"/>
                  </a:lnTo>
                  <a:lnTo>
                    <a:pt x="1311380" y="472466"/>
                  </a:lnTo>
                  <a:lnTo>
                    <a:pt x="1251686" y="521421"/>
                  </a:lnTo>
                  <a:lnTo>
                    <a:pt x="1215704" y="543771"/>
                  </a:lnTo>
                  <a:lnTo>
                    <a:pt x="1175956" y="564546"/>
                  </a:lnTo>
                  <a:lnTo>
                    <a:pt x="1132685" y="583631"/>
                  </a:lnTo>
                  <a:lnTo>
                    <a:pt x="1086134" y="600908"/>
                  </a:lnTo>
                  <a:lnTo>
                    <a:pt x="1036545" y="616260"/>
                  </a:lnTo>
                  <a:lnTo>
                    <a:pt x="984163" y="629571"/>
                  </a:lnTo>
                  <a:lnTo>
                    <a:pt x="929230" y="640723"/>
                  </a:lnTo>
                  <a:lnTo>
                    <a:pt x="871989" y="649601"/>
                  </a:lnTo>
                  <a:lnTo>
                    <a:pt x="812682" y="656087"/>
                  </a:lnTo>
                  <a:lnTo>
                    <a:pt x="751554" y="660064"/>
                  </a:lnTo>
                  <a:lnTo>
                    <a:pt x="688848" y="661415"/>
                  </a:lnTo>
                  <a:lnTo>
                    <a:pt x="626141" y="660064"/>
                  </a:lnTo>
                  <a:lnTo>
                    <a:pt x="565013" y="656087"/>
                  </a:lnTo>
                  <a:lnTo>
                    <a:pt x="505706" y="649601"/>
                  </a:lnTo>
                  <a:lnTo>
                    <a:pt x="448465" y="640723"/>
                  </a:lnTo>
                  <a:lnTo>
                    <a:pt x="393532" y="629571"/>
                  </a:lnTo>
                  <a:lnTo>
                    <a:pt x="341150" y="616260"/>
                  </a:lnTo>
                  <a:lnTo>
                    <a:pt x="291561" y="600908"/>
                  </a:lnTo>
                  <a:lnTo>
                    <a:pt x="245010" y="583631"/>
                  </a:lnTo>
                  <a:lnTo>
                    <a:pt x="201739" y="564546"/>
                  </a:lnTo>
                  <a:lnTo>
                    <a:pt x="161991" y="543771"/>
                  </a:lnTo>
                  <a:lnTo>
                    <a:pt x="126009" y="521421"/>
                  </a:lnTo>
                  <a:lnTo>
                    <a:pt x="94036" y="497614"/>
                  </a:lnTo>
                  <a:lnTo>
                    <a:pt x="43090" y="446095"/>
                  </a:lnTo>
                  <a:lnTo>
                    <a:pt x="11096" y="390148"/>
                  </a:lnTo>
                  <a:lnTo>
                    <a:pt x="0" y="3307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5142" y="5291749"/>
              <a:ext cx="392357" cy="21093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337806" y="5204536"/>
            <a:ext cx="4337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aju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59452" y="2194559"/>
            <a:ext cx="2833370" cy="3213100"/>
          </a:xfrm>
          <a:custGeom>
            <a:avLst/>
            <a:gdLst/>
            <a:ahLst/>
            <a:cxnLst/>
            <a:rect l="l" t="t" r="r" b="b"/>
            <a:pathLst>
              <a:path w="2833370" h="3213100">
                <a:moveTo>
                  <a:pt x="76200" y="2412492"/>
                </a:moveTo>
                <a:lnTo>
                  <a:pt x="69850" y="2399792"/>
                </a:lnTo>
                <a:lnTo>
                  <a:pt x="38100" y="2336292"/>
                </a:lnTo>
                <a:lnTo>
                  <a:pt x="0" y="2412492"/>
                </a:lnTo>
                <a:lnTo>
                  <a:pt x="31750" y="2412492"/>
                </a:lnTo>
                <a:lnTo>
                  <a:pt x="31750" y="2843403"/>
                </a:lnTo>
                <a:lnTo>
                  <a:pt x="44450" y="2843403"/>
                </a:lnTo>
                <a:lnTo>
                  <a:pt x="44450" y="2412492"/>
                </a:lnTo>
                <a:lnTo>
                  <a:pt x="76200" y="2412492"/>
                </a:lnTo>
                <a:close/>
              </a:path>
              <a:path w="2833370" h="3213100">
                <a:moveTo>
                  <a:pt x="929259" y="1071372"/>
                </a:moveTo>
                <a:lnTo>
                  <a:pt x="844804" y="1082548"/>
                </a:lnTo>
                <a:lnTo>
                  <a:pt x="862622" y="1108849"/>
                </a:lnTo>
                <a:lnTo>
                  <a:pt x="34544" y="1670050"/>
                </a:lnTo>
                <a:lnTo>
                  <a:pt x="41656" y="1680464"/>
                </a:lnTo>
                <a:lnTo>
                  <a:pt x="869797" y="1119428"/>
                </a:lnTo>
                <a:lnTo>
                  <a:pt x="887603" y="1145667"/>
                </a:lnTo>
                <a:lnTo>
                  <a:pt x="912228" y="1101725"/>
                </a:lnTo>
                <a:lnTo>
                  <a:pt x="929259" y="1071372"/>
                </a:lnTo>
                <a:close/>
              </a:path>
              <a:path w="2833370" h="3213100">
                <a:moveTo>
                  <a:pt x="1453896" y="76200"/>
                </a:moveTo>
                <a:lnTo>
                  <a:pt x="1447546" y="63500"/>
                </a:lnTo>
                <a:lnTo>
                  <a:pt x="1415796" y="0"/>
                </a:lnTo>
                <a:lnTo>
                  <a:pt x="1377696" y="76200"/>
                </a:lnTo>
                <a:lnTo>
                  <a:pt x="1409446" y="76200"/>
                </a:lnTo>
                <a:lnTo>
                  <a:pt x="1409446" y="507111"/>
                </a:lnTo>
                <a:lnTo>
                  <a:pt x="1422146" y="507111"/>
                </a:lnTo>
                <a:lnTo>
                  <a:pt x="1422146" y="76200"/>
                </a:lnTo>
                <a:lnTo>
                  <a:pt x="1453896" y="76200"/>
                </a:lnTo>
                <a:close/>
              </a:path>
              <a:path w="2833370" h="3213100">
                <a:moveTo>
                  <a:pt x="2105533" y="3168142"/>
                </a:moveTo>
                <a:lnTo>
                  <a:pt x="803148" y="3168142"/>
                </a:lnTo>
                <a:lnTo>
                  <a:pt x="803148" y="3136392"/>
                </a:lnTo>
                <a:lnTo>
                  <a:pt x="726948" y="3174492"/>
                </a:lnTo>
                <a:lnTo>
                  <a:pt x="803148" y="3212592"/>
                </a:lnTo>
                <a:lnTo>
                  <a:pt x="803148" y="3180842"/>
                </a:lnTo>
                <a:lnTo>
                  <a:pt x="2105533" y="3180842"/>
                </a:lnTo>
                <a:lnTo>
                  <a:pt x="2105533" y="3168142"/>
                </a:lnTo>
                <a:close/>
              </a:path>
              <a:path w="2833370" h="3213100">
                <a:moveTo>
                  <a:pt x="2798191" y="1670050"/>
                </a:moveTo>
                <a:lnTo>
                  <a:pt x="1970100" y="1108849"/>
                </a:lnTo>
                <a:lnTo>
                  <a:pt x="1974926" y="1101725"/>
                </a:lnTo>
                <a:lnTo>
                  <a:pt x="1987931" y="1082548"/>
                </a:lnTo>
                <a:lnTo>
                  <a:pt x="1903476" y="1071372"/>
                </a:lnTo>
                <a:lnTo>
                  <a:pt x="1945132" y="1145667"/>
                </a:lnTo>
                <a:lnTo>
                  <a:pt x="1962962" y="1119365"/>
                </a:lnTo>
                <a:lnTo>
                  <a:pt x="2791079" y="1680464"/>
                </a:lnTo>
                <a:lnTo>
                  <a:pt x="2798191" y="1670050"/>
                </a:lnTo>
                <a:close/>
              </a:path>
              <a:path w="2833370" h="3213100">
                <a:moveTo>
                  <a:pt x="2833116" y="2412492"/>
                </a:moveTo>
                <a:lnTo>
                  <a:pt x="2826766" y="2399792"/>
                </a:lnTo>
                <a:lnTo>
                  <a:pt x="2795016" y="2336292"/>
                </a:lnTo>
                <a:lnTo>
                  <a:pt x="2756916" y="2412492"/>
                </a:lnTo>
                <a:lnTo>
                  <a:pt x="2788666" y="2412492"/>
                </a:lnTo>
                <a:lnTo>
                  <a:pt x="2788666" y="2843403"/>
                </a:lnTo>
                <a:lnTo>
                  <a:pt x="2801366" y="2843403"/>
                </a:lnTo>
                <a:lnTo>
                  <a:pt x="2801366" y="2412492"/>
                </a:lnTo>
                <a:lnTo>
                  <a:pt x="2833116" y="2412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24321" y="5057394"/>
            <a:ext cx="1090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Husband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34096" y="4661407"/>
            <a:ext cx="1075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6291" y="4661407"/>
            <a:ext cx="1075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96915" y="3225418"/>
            <a:ext cx="2605405" cy="6153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727200">
              <a:lnSpc>
                <a:spcPct val="100000"/>
              </a:lnSpc>
              <a:spcBef>
                <a:spcPts val="260"/>
              </a:spcBef>
            </a:pPr>
            <a:r>
              <a:rPr sz="1800" spc="-5" dirty="0">
                <a:latin typeface="Calibri"/>
                <a:cs typeface="Calibri"/>
              </a:rPr>
              <a:t>Subset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800" spc="-5" dirty="0">
                <a:latin typeface="Calibri"/>
                <a:cs typeface="Calibri"/>
              </a:rPr>
              <a:t>Subset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94375" y="1717674"/>
            <a:ext cx="1480185" cy="908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Mammal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50">
              <a:latin typeface="Calibri"/>
              <a:cs typeface="Calibri"/>
            </a:endParaRPr>
          </a:p>
          <a:p>
            <a:pPr marL="60007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Subset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42103" y="3052317"/>
            <a:ext cx="854075" cy="844550"/>
          </a:xfrm>
          <a:custGeom>
            <a:avLst/>
            <a:gdLst/>
            <a:ahLst/>
            <a:cxnLst/>
            <a:rect l="l" t="t" r="r" b="b"/>
            <a:pathLst>
              <a:path w="854075" h="844550">
                <a:moveTo>
                  <a:pt x="31750" y="767842"/>
                </a:moveTo>
                <a:lnTo>
                  <a:pt x="0" y="767842"/>
                </a:lnTo>
                <a:lnTo>
                  <a:pt x="38100" y="844042"/>
                </a:lnTo>
                <a:lnTo>
                  <a:pt x="69850" y="780542"/>
                </a:lnTo>
                <a:lnTo>
                  <a:pt x="31750" y="780542"/>
                </a:lnTo>
                <a:lnTo>
                  <a:pt x="31750" y="767842"/>
                </a:lnTo>
                <a:close/>
              </a:path>
              <a:path w="854075" h="844550">
                <a:moveTo>
                  <a:pt x="854075" y="0"/>
                </a:moveTo>
                <a:lnTo>
                  <a:pt x="31750" y="0"/>
                </a:lnTo>
                <a:lnTo>
                  <a:pt x="31750" y="780542"/>
                </a:lnTo>
                <a:lnTo>
                  <a:pt x="44450" y="780542"/>
                </a:lnTo>
                <a:lnTo>
                  <a:pt x="44450" y="12700"/>
                </a:lnTo>
                <a:lnTo>
                  <a:pt x="38100" y="12700"/>
                </a:lnTo>
                <a:lnTo>
                  <a:pt x="44450" y="6350"/>
                </a:lnTo>
                <a:lnTo>
                  <a:pt x="854075" y="6350"/>
                </a:lnTo>
                <a:lnTo>
                  <a:pt x="854075" y="0"/>
                </a:lnTo>
                <a:close/>
              </a:path>
              <a:path w="854075" h="844550">
                <a:moveTo>
                  <a:pt x="76200" y="767842"/>
                </a:moveTo>
                <a:lnTo>
                  <a:pt x="44450" y="767842"/>
                </a:lnTo>
                <a:lnTo>
                  <a:pt x="44450" y="780542"/>
                </a:lnTo>
                <a:lnTo>
                  <a:pt x="69850" y="780542"/>
                </a:lnTo>
                <a:lnTo>
                  <a:pt x="76200" y="767842"/>
                </a:lnTo>
                <a:close/>
              </a:path>
              <a:path w="854075" h="844550">
                <a:moveTo>
                  <a:pt x="44450" y="6350"/>
                </a:moveTo>
                <a:lnTo>
                  <a:pt x="38100" y="12700"/>
                </a:lnTo>
                <a:lnTo>
                  <a:pt x="44450" y="12700"/>
                </a:lnTo>
                <a:lnTo>
                  <a:pt x="44450" y="6350"/>
                </a:lnTo>
                <a:close/>
              </a:path>
              <a:path w="854075" h="844550">
                <a:moveTo>
                  <a:pt x="854075" y="6350"/>
                </a:moveTo>
                <a:lnTo>
                  <a:pt x="44450" y="6350"/>
                </a:lnTo>
                <a:lnTo>
                  <a:pt x="44450" y="12700"/>
                </a:lnTo>
                <a:lnTo>
                  <a:pt x="854075" y="12700"/>
                </a:lnTo>
                <a:lnTo>
                  <a:pt x="854075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87190" y="2720085"/>
            <a:ext cx="1112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mother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8009" y="6181140"/>
            <a:ext cx="3260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Figure: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Semantic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C55E7-0FA5-4DC0-938B-DB768038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228600"/>
            <a:ext cx="4648200" cy="3581400"/>
          </a:xfrm>
        </p:spPr>
        <p:txBody>
          <a:bodyPr/>
          <a:lstStyle/>
          <a:p>
            <a:r>
              <a:rPr lang="en-US" sz="2000" dirty="0"/>
              <a:t>Example::</a:t>
            </a:r>
          </a:p>
          <a:p>
            <a:r>
              <a:rPr lang="en-US" sz="2000" dirty="0"/>
              <a:t>Q) Declarative knowledge base is:</a:t>
            </a:r>
            <a:br>
              <a:rPr lang="en-US" sz="2000" dirty="0"/>
            </a:br>
            <a:r>
              <a:rPr lang="en-US" sz="2000" dirty="0"/>
              <a:t>- A person is a mammal</a:t>
            </a:r>
            <a:br>
              <a:rPr lang="en-US" sz="2000" dirty="0"/>
            </a:br>
            <a:r>
              <a:rPr lang="en-US" sz="2000" dirty="0"/>
              <a:t>- Sakti </a:t>
            </a:r>
            <a:r>
              <a:rPr lang="en-US" sz="2000" dirty="0" err="1"/>
              <a:t>Gauchan</a:t>
            </a:r>
            <a:r>
              <a:rPr lang="en-US" sz="2000" dirty="0"/>
              <a:t> is a person</a:t>
            </a:r>
            <a:br>
              <a:rPr lang="en-US" sz="2000" dirty="0"/>
            </a:br>
            <a:r>
              <a:rPr lang="en-US" sz="2000" dirty="0"/>
              <a:t>- Person has nose</a:t>
            </a:r>
            <a:br>
              <a:rPr lang="en-US" sz="2000" dirty="0"/>
            </a:br>
            <a:r>
              <a:rPr lang="en-US" sz="2000" dirty="0"/>
              <a:t>- Sakti </a:t>
            </a:r>
            <a:r>
              <a:rPr lang="en-US" sz="2000" dirty="0" err="1"/>
              <a:t>gauchan</a:t>
            </a:r>
            <a:r>
              <a:rPr lang="en-US" sz="2000" dirty="0"/>
              <a:t> is in Nepalese team.</a:t>
            </a:r>
            <a:br>
              <a:rPr lang="en-US" sz="2000" dirty="0"/>
            </a:br>
            <a:r>
              <a:rPr lang="en-US" sz="2000" dirty="0"/>
              <a:t>- Uniform color of </a:t>
            </a:r>
            <a:r>
              <a:rPr lang="en-US" sz="2000" dirty="0" err="1"/>
              <a:t>sakti</a:t>
            </a:r>
            <a:r>
              <a:rPr lang="en-US" sz="2000" dirty="0"/>
              <a:t> </a:t>
            </a:r>
            <a:r>
              <a:rPr lang="en-US" sz="2000" dirty="0" err="1"/>
              <a:t>gauchan</a:t>
            </a:r>
            <a:r>
              <a:rPr lang="en-US" sz="2000" dirty="0"/>
              <a:t> is Red/blue</a:t>
            </a:r>
          </a:p>
          <a:p>
            <a:r>
              <a:rPr lang="en-US" sz="2000" dirty="0"/>
              <a:t>Draw the semantic net representation.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A6737-CF5A-49D7-BE64-112FA5C52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762000"/>
            <a:ext cx="6400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55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6662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F</a:t>
            </a:r>
            <a:r>
              <a:rPr sz="4400" spc="-75" dirty="0"/>
              <a:t>r</a:t>
            </a:r>
            <a:r>
              <a:rPr sz="4400" dirty="0"/>
              <a:t>ames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226040" cy="26276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collection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attributes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(slots)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associated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possibly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describe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world.</a:t>
            </a:r>
            <a:endParaRPr sz="2800">
              <a:latin typeface="Calibri"/>
              <a:cs typeface="Calibri"/>
            </a:endParaRPr>
          </a:p>
          <a:p>
            <a:pPr marL="241300" marR="54610" indent="-228600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build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set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other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virtue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attribute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may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Generally,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theory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AE090C-F44C-47B3-8519-510F127EEF8C}"/>
              </a:ext>
            </a:extLst>
          </p:cNvPr>
          <p:cNvSpPr txBox="1"/>
          <p:nvPr/>
        </p:nvSpPr>
        <p:spPr>
          <a:xfrm>
            <a:off x="457200" y="762000"/>
            <a:ext cx="84551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Frames are derived from semantic networks and later evolved into our modern-day classes and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single frame is not much useful.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Frames system consist of a collection of frames which are connected.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the frame, knowledge about an object or event can be stored together in the knowledge 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frame is a type of technology which is widely used in various applications including Natural language processing and machine visions.</a:t>
            </a:r>
          </a:p>
        </p:txBody>
      </p:sp>
    </p:spTree>
    <p:extLst>
      <p:ext uri="{BB962C8B-B14F-4D97-AF65-F5344CB8AC3E}">
        <p14:creationId xmlns:p14="http://schemas.microsoft.com/office/powerpoint/2010/main" val="681086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6662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F</a:t>
            </a:r>
            <a:r>
              <a:rPr sz="4400" spc="-75" dirty="0"/>
              <a:t>r</a:t>
            </a:r>
            <a:r>
              <a:rPr sz="4400" dirty="0"/>
              <a:t>ames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4283710" cy="46285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10" dirty="0">
                <a:latin typeface="Calibri"/>
                <a:cs typeface="Calibri"/>
              </a:rPr>
              <a:t>Example:</a:t>
            </a:r>
            <a:endParaRPr sz="2800" dirty="0">
              <a:latin typeface="Calibri"/>
              <a:cs typeface="Calibri"/>
            </a:endParaRPr>
          </a:p>
          <a:p>
            <a:pPr marL="1577975" marR="830580" indent="409575">
              <a:lnSpc>
                <a:spcPct val="119600"/>
              </a:lnSpc>
              <a:spcBef>
                <a:spcPts val="20"/>
              </a:spcBef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Human </a:t>
            </a:r>
            <a:r>
              <a:rPr sz="2800" spc="-5" dirty="0">
                <a:latin typeface="Calibri"/>
                <a:cs typeface="Calibri"/>
              </a:rPr>
              <a:t> Isa: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M</a:t>
            </a:r>
            <a:r>
              <a:rPr sz="2800" spc="-5" dirty="0">
                <a:latin typeface="Calibri"/>
                <a:cs typeface="Calibri"/>
              </a:rPr>
              <a:t>ammal</a:t>
            </a:r>
            <a:endParaRPr sz="2800" dirty="0">
              <a:latin typeface="Calibri"/>
              <a:cs typeface="Calibri"/>
            </a:endParaRPr>
          </a:p>
          <a:p>
            <a:pPr marL="735330" algn="ctr">
              <a:lnSpc>
                <a:spcPct val="100000"/>
              </a:lnSpc>
              <a:spcBef>
                <a:spcPts val="660"/>
              </a:spcBef>
            </a:pPr>
            <a:r>
              <a:rPr sz="2800" spc="-15" dirty="0">
                <a:latin typeface="Calibri"/>
                <a:cs typeface="Calibri"/>
              </a:rPr>
              <a:t>Cardinality: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6000000000</a:t>
            </a:r>
            <a:endParaRPr sz="2800" dirty="0">
              <a:latin typeface="Calibri"/>
              <a:cs typeface="Calibri"/>
            </a:endParaRPr>
          </a:p>
          <a:p>
            <a:pPr marL="1928495" marR="1181735" algn="ctr">
              <a:lnSpc>
                <a:spcPct val="119600"/>
              </a:lnSpc>
              <a:spcBef>
                <a:spcPts val="15"/>
              </a:spcBef>
            </a:pPr>
            <a:r>
              <a:rPr sz="2800" spc="-10" dirty="0">
                <a:latin typeface="Calibri"/>
                <a:cs typeface="Calibri"/>
              </a:rPr>
              <a:t>*Legs: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Male</a:t>
            </a:r>
            <a:endParaRPr sz="2800" dirty="0">
              <a:latin typeface="Calibri"/>
              <a:cs typeface="Calibri"/>
            </a:endParaRPr>
          </a:p>
          <a:p>
            <a:pPr marL="748665" marR="5080" indent="950594">
              <a:lnSpc>
                <a:spcPts val="4029"/>
              </a:lnSpc>
              <a:spcBef>
                <a:spcPts val="240"/>
              </a:spcBef>
            </a:pPr>
            <a:r>
              <a:rPr sz="2800" spc="-5" dirty="0">
                <a:latin typeface="Calibri"/>
                <a:cs typeface="Calibri"/>
              </a:rPr>
              <a:t>Isa: </a:t>
            </a:r>
            <a:r>
              <a:rPr sz="2800" spc="-10" dirty="0">
                <a:latin typeface="Calibri"/>
                <a:cs typeface="Calibri"/>
              </a:rPr>
              <a:t>Human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Cardinality: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4000000000</a:t>
            </a:r>
            <a:endParaRPr sz="2800" dirty="0">
              <a:latin typeface="Calibri"/>
              <a:cs typeface="Calibri"/>
            </a:endParaRPr>
          </a:p>
          <a:p>
            <a:pPr marL="1646555">
              <a:lnSpc>
                <a:spcPct val="100000"/>
              </a:lnSpc>
              <a:spcBef>
                <a:spcPts val="415"/>
              </a:spcBef>
            </a:pPr>
            <a:r>
              <a:rPr sz="2800" spc="-10" dirty="0">
                <a:latin typeface="Calibri"/>
                <a:cs typeface="Calibri"/>
              </a:rPr>
              <a:t>*Hair: Short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B53DCF-3CBD-4ED4-BB90-E27BFD809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030376"/>
              </p:ext>
            </p:extLst>
          </p:nvPr>
        </p:nvGraphicFramePr>
        <p:xfrm>
          <a:off x="6133070" y="2438400"/>
          <a:ext cx="7391400" cy="2560320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291002777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1270424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349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Title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Artificial Intelligence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845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Genre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Computer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551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Author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Peter Norvig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64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Edition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Third Edition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47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Year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1996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13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7533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595939B-FD6A-44C5-BF15-68A934AA0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706841"/>
            <a:ext cx="544933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Let's take an example of a frame for a book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87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Conceptual</a:t>
            </a:r>
            <a:r>
              <a:rPr sz="4400" spc="-55" dirty="0"/>
              <a:t> </a:t>
            </a:r>
            <a:r>
              <a:rPr sz="4400" dirty="0"/>
              <a:t>Dependencies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84045"/>
            <a:ext cx="9627870" cy="32404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Theory of</a:t>
            </a:r>
            <a:r>
              <a:rPr sz="3200" spc="-5" dirty="0">
                <a:latin typeface="Calibri"/>
                <a:cs typeface="Calibri"/>
              </a:rPr>
              <a:t> how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represent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kind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knowledge</a:t>
            </a:r>
            <a:r>
              <a:rPr sz="3200" dirty="0">
                <a:latin typeface="Calibri"/>
                <a:cs typeface="Calibri"/>
              </a:rPr>
              <a:t> about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events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usually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natural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language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sentences</a:t>
            </a:r>
            <a:endParaRPr sz="3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Goal:</a:t>
            </a:r>
            <a:endParaRPr sz="32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Concluding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inferences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sentences</a:t>
            </a:r>
            <a:endParaRPr sz="2800">
              <a:latin typeface="Calibri"/>
              <a:cs typeface="Calibri"/>
            </a:endParaRPr>
          </a:p>
          <a:p>
            <a:pPr marL="698500" marR="554355" lvl="1" indent="-228600">
              <a:lnSpc>
                <a:spcPts val="3030"/>
              </a:lnSpc>
              <a:spcBef>
                <a:spcPts val="54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Independent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were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originally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87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Conceptual</a:t>
            </a:r>
            <a:r>
              <a:rPr sz="4400" spc="-55" dirty="0"/>
              <a:t> </a:t>
            </a:r>
            <a:r>
              <a:rPr sz="4400" dirty="0"/>
              <a:t>Dependencies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84045"/>
            <a:ext cx="10189845" cy="195833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Use</a:t>
            </a:r>
            <a:r>
              <a:rPr sz="3200" spc="-5" dirty="0">
                <a:latin typeface="Calibri"/>
                <a:cs typeface="Calibri"/>
              </a:rPr>
              <a:t> conceptual primitives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combined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form</a:t>
            </a:r>
            <a:r>
              <a:rPr sz="3200" dirty="0">
                <a:latin typeface="Calibri"/>
                <a:cs typeface="Calibri"/>
              </a:rPr>
              <a:t> 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meaning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word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particular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language</a:t>
            </a:r>
            <a:endParaRPr sz="3200">
              <a:latin typeface="Calibri"/>
              <a:cs typeface="Calibri"/>
            </a:endParaRPr>
          </a:p>
          <a:p>
            <a:pPr marL="241300" marR="126364" indent="-228600">
              <a:lnSpc>
                <a:spcPts val="346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spc="-10" dirty="0">
                <a:latin typeface="Calibri"/>
                <a:cs typeface="Calibri"/>
              </a:rPr>
              <a:t>Provides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both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structure</a:t>
            </a:r>
            <a:r>
              <a:rPr sz="3200" dirty="0">
                <a:latin typeface="Calibri"/>
                <a:cs typeface="Calibri"/>
              </a:rPr>
              <a:t> and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primitives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information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construction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87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Conceptual</a:t>
            </a:r>
            <a:r>
              <a:rPr sz="4400" spc="-55" dirty="0"/>
              <a:t> </a:t>
            </a:r>
            <a:r>
              <a:rPr sz="4400" dirty="0"/>
              <a:t>Dependencies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7547"/>
            <a:ext cx="10186035" cy="42341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Example: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 </a:t>
            </a:r>
            <a:r>
              <a:rPr sz="2800" spc="-30" dirty="0">
                <a:latin typeface="Calibri"/>
                <a:cs typeface="Calibri"/>
              </a:rPr>
              <a:t>gave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</a:t>
            </a:r>
            <a:endParaRPr lang="en-US" sz="2800" dirty="0">
              <a:latin typeface="Calibri"/>
              <a:cs typeface="Calibri"/>
            </a:endParaRPr>
          </a:p>
          <a:p>
            <a:pPr marL="579755">
              <a:lnSpc>
                <a:spcPct val="100000"/>
              </a:lnSpc>
              <a:spcBef>
                <a:spcPts val="325"/>
              </a:spcBef>
              <a:tabLst>
                <a:tab pos="2917825" algn="l"/>
                <a:tab pos="4584700" algn="l"/>
                <a:tab pos="5499735" algn="l"/>
              </a:tabLst>
            </a:pPr>
            <a:r>
              <a:rPr lang="en-US" sz="2800" spc="-5" dirty="0">
                <a:latin typeface="Calibri"/>
                <a:cs typeface="Calibri"/>
              </a:rPr>
              <a:t>P	o	R</a:t>
            </a:r>
            <a:r>
              <a:rPr lang="en-US" sz="2800" spc="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to	</a:t>
            </a:r>
            <a:r>
              <a:rPr lang="en-US" sz="2800" spc="-5" dirty="0">
                <a:latin typeface="Calibri"/>
                <a:cs typeface="Calibri"/>
              </a:rPr>
              <a:t>man</a:t>
            </a:r>
            <a:endParaRPr lang="en-US"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363720" algn="l"/>
              </a:tabLst>
            </a:pPr>
            <a:r>
              <a:rPr sz="3600" dirty="0">
                <a:latin typeface="Calibri"/>
                <a:cs typeface="Calibri"/>
              </a:rPr>
              <a:t>I</a:t>
            </a:r>
            <a:r>
              <a:rPr sz="3600" spc="10" dirty="0">
                <a:latin typeface="Calibri"/>
                <a:cs typeface="Calibri"/>
              </a:rPr>
              <a:t> </a:t>
            </a:r>
            <a:r>
              <a:rPr sz="3600" spc="-40" dirty="0">
                <a:latin typeface="Wingdings"/>
                <a:cs typeface="Wingdings"/>
              </a:rPr>
              <a:t></a:t>
            </a:r>
            <a:r>
              <a:rPr sz="3600" spc="-40" dirty="0">
                <a:latin typeface="Calibri"/>
                <a:cs typeface="Calibri"/>
              </a:rPr>
              <a:t>ATRANS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Wingdings"/>
                <a:cs typeface="Wingdings"/>
              </a:rPr>
              <a:t></a:t>
            </a:r>
            <a:r>
              <a:rPr sz="3600" spc="-5" dirty="0">
                <a:latin typeface="Calibri"/>
                <a:cs typeface="Calibri"/>
              </a:rPr>
              <a:t>book	</a:t>
            </a:r>
            <a:r>
              <a:rPr sz="3600" dirty="0">
                <a:latin typeface="Wingdings"/>
                <a:cs typeface="Wingdings"/>
              </a:rPr>
              <a:t></a:t>
            </a:r>
          </a:p>
          <a:p>
            <a:pPr marR="4471670" algn="r">
              <a:lnSpc>
                <a:spcPct val="100000"/>
              </a:lnSpc>
              <a:spcBef>
                <a:spcPts val="1330"/>
              </a:spcBef>
              <a:tabLst>
                <a:tab pos="733425" algn="l"/>
              </a:tabLst>
            </a:pPr>
            <a:r>
              <a:rPr sz="2400" spc="-15" dirty="0">
                <a:latin typeface="Calibri"/>
                <a:cs typeface="Calibri"/>
              </a:rPr>
              <a:t>from	</a:t>
            </a:r>
            <a:r>
              <a:rPr sz="2400" dirty="0">
                <a:latin typeface="Calibri"/>
                <a:cs typeface="Calibri"/>
              </a:rPr>
              <a:t>I</a:t>
            </a:r>
          </a:p>
          <a:p>
            <a:pPr marL="228600" marR="4453255" indent="-228600" algn="r">
              <a:lnSpc>
                <a:spcPts val="2845"/>
              </a:lnSpc>
              <a:spcBef>
                <a:spcPts val="710"/>
              </a:spcBef>
              <a:buFont typeface="Arial MT"/>
              <a:buChar char="•"/>
              <a:tabLst>
                <a:tab pos="228600" algn="l"/>
              </a:tabLst>
            </a:pPr>
            <a:r>
              <a:rPr sz="2400" spc="-5" dirty="0">
                <a:latin typeface="Calibri"/>
                <a:cs typeface="Calibri"/>
              </a:rPr>
              <a:t>Where, 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symbols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5" dirty="0">
                <a:latin typeface="Calibri"/>
                <a:cs typeface="Calibri"/>
              </a:rPr>
              <a:t> meaning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Arrows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dependency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Double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arrow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two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between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</a:t>
            </a:r>
          </a:p>
          <a:p>
            <a:pPr marL="698500" marR="5080" lvl="1" indent="-228600">
              <a:lnSpc>
                <a:spcPts val="2300"/>
              </a:lnSpc>
              <a:spcBef>
                <a:spcPts val="52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 indicates </a:t>
            </a:r>
            <a:r>
              <a:rPr sz="2400" spc="-20" dirty="0">
                <a:latin typeface="Calibri"/>
                <a:cs typeface="Calibri"/>
              </a:rPr>
              <a:t>Past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Tense,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15" dirty="0">
                <a:latin typeface="Calibri"/>
                <a:cs typeface="Calibri"/>
              </a:rPr>
              <a:t>indicates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case</a:t>
            </a:r>
            <a:r>
              <a:rPr sz="2400" spc="-10" dirty="0">
                <a:latin typeface="Calibri"/>
                <a:cs typeface="Calibri"/>
              </a:rPr>
              <a:t> relation,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reciepient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30"/>
              </a:lnSpc>
              <a:buFont typeface="Arial MT"/>
              <a:buChar char="•"/>
              <a:tabLst>
                <a:tab pos="699135" algn="l"/>
              </a:tabLst>
            </a:pPr>
            <a:r>
              <a:rPr sz="2400" spc="-35" dirty="0">
                <a:latin typeface="Calibri"/>
                <a:cs typeface="Calibri"/>
              </a:rPr>
              <a:t>ATRANS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transfer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possession(Primitive)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6440" y="2648711"/>
            <a:ext cx="298450" cy="843280"/>
            <a:chOff x="5806440" y="2648711"/>
            <a:chExt cx="298450" cy="843280"/>
          </a:xfrm>
        </p:grpSpPr>
        <p:sp>
          <p:nvSpPr>
            <p:cNvPr id="5" name="object 5"/>
            <p:cNvSpPr/>
            <p:nvPr/>
          </p:nvSpPr>
          <p:spPr>
            <a:xfrm>
              <a:off x="5809488" y="2686811"/>
              <a:ext cx="0" cy="802005"/>
            </a:xfrm>
            <a:custGeom>
              <a:avLst/>
              <a:gdLst/>
              <a:ahLst/>
              <a:cxnLst/>
              <a:rect l="l" t="t" r="r" b="b"/>
              <a:pathLst>
                <a:path h="802004">
                  <a:moveTo>
                    <a:pt x="0" y="0"/>
                  </a:moveTo>
                  <a:lnTo>
                    <a:pt x="0" y="801877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09488" y="2648711"/>
              <a:ext cx="295910" cy="76200"/>
            </a:xfrm>
            <a:custGeom>
              <a:avLst/>
              <a:gdLst/>
              <a:ahLst/>
              <a:cxnLst/>
              <a:rect l="l" t="t" r="r" b="b"/>
              <a:pathLst>
                <a:path w="295910" h="76200">
                  <a:moveTo>
                    <a:pt x="219201" y="0"/>
                  </a:moveTo>
                  <a:lnTo>
                    <a:pt x="219201" y="76200"/>
                  </a:lnTo>
                  <a:lnTo>
                    <a:pt x="282701" y="44450"/>
                  </a:lnTo>
                  <a:lnTo>
                    <a:pt x="231901" y="44450"/>
                  </a:lnTo>
                  <a:lnTo>
                    <a:pt x="231901" y="31750"/>
                  </a:lnTo>
                  <a:lnTo>
                    <a:pt x="282701" y="31750"/>
                  </a:lnTo>
                  <a:lnTo>
                    <a:pt x="219201" y="0"/>
                  </a:lnTo>
                  <a:close/>
                </a:path>
                <a:path w="295910" h="76200">
                  <a:moveTo>
                    <a:pt x="21920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19201" y="44450"/>
                  </a:lnTo>
                  <a:lnTo>
                    <a:pt x="219201" y="31750"/>
                  </a:lnTo>
                  <a:close/>
                </a:path>
                <a:path w="295910" h="76200">
                  <a:moveTo>
                    <a:pt x="282701" y="31750"/>
                  </a:moveTo>
                  <a:lnTo>
                    <a:pt x="231901" y="31750"/>
                  </a:lnTo>
                  <a:lnTo>
                    <a:pt x="231901" y="44450"/>
                  </a:lnTo>
                  <a:lnTo>
                    <a:pt x="282701" y="44450"/>
                  </a:lnTo>
                  <a:lnTo>
                    <a:pt x="295401" y="38100"/>
                  </a:lnTo>
                  <a:lnTo>
                    <a:pt x="28270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09488" y="3488436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4">
                  <a:moveTo>
                    <a:pt x="0" y="0"/>
                  </a:moveTo>
                  <a:lnTo>
                    <a:pt x="281304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24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Conceptual </a:t>
            </a:r>
            <a:r>
              <a:rPr sz="4400" dirty="0"/>
              <a:t>Dependencies:</a:t>
            </a:r>
            <a:r>
              <a:rPr sz="4400" spc="-10" dirty="0"/>
              <a:t> </a:t>
            </a:r>
            <a:r>
              <a:rPr sz="4400" spc="-15" dirty="0"/>
              <a:t>Primitive</a:t>
            </a:r>
            <a:r>
              <a:rPr sz="4400" spc="15" dirty="0"/>
              <a:t> </a:t>
            </a:r>
            <a:r>
              <a:rPr sz="4400" spc="-5" dirty="0"/>
              <a:t>Acts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18759"/>
            <a:ext cx="10024110" cy="49104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ATRANS: </a:t>
            </a:r>
            <a:r>
              <a:rPr sz="2600" spc="-35" dirty="0">
                <a:latin typeface="Calibri"/>
                <a:cs typeface="Calibri"/>
              </a:rPr>
              <a:t>Transfer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abstract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relationship,</a:t>
            </a:r>
            <a:r>
              <a:rPr sz="2600" spc="-10" dirty="0">
                <a:latin typeface="Calibri"/>
                <a:cs typeface="Calibri"/>
              </a:rPr>
              <a:t> example: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take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PTRANS:</a:t>
            </a:r>
            <a:r>
              <a:rPr sz="2600" spc="-35" dirty="0">
                <a:latin typeface="Calibri"/>
                <a:cs typeface="Calibri"/>
              </a:rPr>
              <a:t> Transfer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physical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location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spc="-5" dirty="0">
                <a:latin typeface="Calibri"/>
                <a:cs typeface="Calibri"/>
              </a:rPr>
              <a:t>object,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PROPEL: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Application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physical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force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 object,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pull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MOVE: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Movement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" dirty="0">
                <a:latin typeface="Calibri"/>
                <a:cs typeface="Calibri"/>
              </a:rPr>
              <a:t> body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 by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owner,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punch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GRASP: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Grasping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5" dirty="0">
                <a:latin typeface="Calibri"/>
                <a:cs typeface="Calibri"/>
              </a:rPr>
              <a:t> object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actor,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clutch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INGEST: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Ingestion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spc="-5" dirty="0">
                <a:latin typeface="Calibri"/>
                <a:cs typeface="Calibri"/>
              </a:rPr>
              <a:t>object by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animal,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eat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EXPEL: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Expulsion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5" dirty="0">
                <a:latin typeface="Calibri"/>
                <a:cs typeface="Calibri"/>
              </a:rPr>
              <a:t>something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from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body </a:t>
            </a:r>
            <a:r>
              <a:rPr sz="2600" dirty="0">
                <a:latin typeface="Calibri"/>
                <a:cs typeface="Calibri"/>
              </a:rPr>
              <a:t>of an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animal,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spit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MTRANS:</a:t>
            </a:r>
            <a:r>
              <a:rPr sz="2600" spc="-35" dirty="0">
                <a:latin typeface="Calibri"/>
                <a:cs typeface="Calibri"/>
              </a:rPr>
              <a:t> Transfer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Mental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Information, example: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tell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MBUILD: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Building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new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out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old,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decide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SPEAK: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Production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 sounds,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say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Calibri"/>
                <a:cs typeface="Calibri"/>
              </a:rPr>
              <a:t>ATTEND: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Focusing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on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sense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organ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toward</a:t>
            </a:r>
            <a:r>
              <a:rPr sz="2600" dirty="0">
                <a:latin typeface="Calibri"/>
                <a:cs typeface="Calibri"/>
              </a:rPr>
              <a:t> a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stimulus,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Listen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036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Conceptual</a:t>
            </a:r>
            <a:r>
              <a:rPr sz="4400" spc="-10" dirty="0"/>
              <a:t> </a:t>
            </a:r>
            <a:r>
              <a:rPr sz="4400" dirty="0"/>
              <a:t>Dependencies:</a:t>
            </a:r>
            <a:r>
              <a:rPr sz="4400" spc="-15" dirty="0"/>
              <a:t> Set</a:t>
            </a:r>
            <a:r>
              <a:rPr sz="4400" spc="-10" dirty="0"/>
              <a:t> </a:t>
            </a:r>
            <a:r>
              <a:rPr sz="4400" dirty="0"/>
              <a:t>of </a:t>
            </a:r>
            <a:r>
              <a:rPr sz="4400" spc="-10" dirty="0"/>
              <a:t>tenses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91539" y="1745945"/>
            <a:ext cx="2623820" cy="422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p: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Past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f: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Future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Transition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-7" baseline="-20833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Transition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-7" baseline="-20833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Finish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Transition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k: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Continuing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?: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Interrogative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/: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Negative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nil: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Present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latin typeface="Calibri"/>
                <a:cs typeface="Calibri"/>
              </a:rPr>
              <a:t>Delta: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Timeless</a:t>
            </a:r>
            <a:endParaRPr sz="24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c: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Conditional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524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Scripts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173970" cy="403288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script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describe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sequence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events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particular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context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consists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slots</a:t>
            </a:r>
            <a:endParaRPr sz="2800">
              <a:latin typeface="Calibri"/>
              <a:cs typeface="Calibri"/>
            </a:endParaRPr>
          </a:p>
          <a:p>
            <a:pPr marL="241300" marR="152400" indent="-228600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Each</a:t>
            </a:r>
            <a:r>
              <a:rPr sz="2800" spc="-5" dirty="0">
                <a:latin typeface="Calibri"/>
                <a:cs typeface="Calibri"/>
              </a:rPr>
              <a:t> slot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associated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some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information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describing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kind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slot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contain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well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default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information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</a:t>
            </a:r>
            <a:endParaRPr sz="2800">
              <a:latin typeface="Calibri"/>
              <a:cs typeface="Calibri"/>
            </a:endParaRPr>
          </a:p>
          <a:p>
            <a:pPr marL="241300" marR="442595" indent="-228600">
              <a:lnSpc>
                <a:spcPts val="269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Script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seems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similar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these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detailed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marL="241300" marR="327025" indent="-228600">
              <a:lnSpc>
                <a:spcPct val="8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example: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refer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Page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286,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Artificial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Intelligence,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Rich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Knight.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1317</Words>
  <Application>Microsoft Macintosh PowerPoint</Application>
  <PresentationFormat>Widescreen</PresentationFormat>
  <Paragraphs>194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</vt:lpstr>
      <vt:lpstr>Knowledge</vt:lpstr>
      <vt:lpstr>Representations and Mappings</vt:lpstr>
      <vt:lpstr>Representations and Mappings</vt:lpstr>
      <vt:lpstr>Representations and Mappings (Reviewing)</vt:lpstr>
      <vt:lpstr>Representations and Mappings</vt:lpstr>
      <vt:lpstr>Representations and Mappings</vt:lpstr>
      <vt:lpstr>Approaches to Knowledge Representation</vt:lpstr>
      <vt:lpstr>Knowledge Representation: Types</vt:lpstr>
      <vt:lpstr>Issues in Knowledge Representation</vt:lpstr>
      <vt:lpstr>Semantic Networks</vt:lpstr>
      <vt:lpstr>Semantic Networks</vt:lpstr>
      <vt:lpstr>Semantic Networks</vt:lpstr>
      <vt:lpstr>PowerPoint Presentation</vt:lpstr>
      <vt:lpstr>Frames</vt:lpstr>
      <vt:lpstr>PowerPoint Presentation</vt:lpstr>
      <vt:lpstr>Frames</vt:lpstr>
      <vt:lpstr>Conceptual Dependencies</vt:lpstr>
      <vt:lpstr>Conceptual Dependencies</vt:lpstr>
      <vt:lpstr>Conceptual Dependencies</vt:lpstr>
      <vt:lpstr>Conceptual Dependencies: Primitive Acts</vt:lpstr>
      <vt:lpstr>Conceptual Dependencies: Set of tenses</vt:lpstr>
      <vt:lpstr>Scripts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Lecture I: Introduction</dc:title>
  <dc:creator>Bibek Ropakheti</dc:creator>
  <cp:lastModifiedBy>Mukund Raj Joshi</cp:lastModifiedBy>
  <cp:revision>10</cp:revision>
  <dcterms:created xsi:type="dcterms:W3CDTF">2021-12-08T02:37:39Z</dcterms:created>
  <dcterms:modified xsi:type="dcterms:W3CDTF">2025-08-27T05:45:02Z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2014-08-07T00:00:00Z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2021-12-08T00:00:00Z</vt:filetime>
  </property>
</Properties>
</file>